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2"/>
  </p:notesMasterIdLst>
  <p:sldIdLst>
    <p:sldId id="265" r:id="rId4"/>
    <p:sldId id="262" r:id="rId5"/>
    <p:sldId id="267" r:id="rId6"/>
    <p:sldId id="263" r:id="rId7"/>
    <p:sldId id="264" r:id="rId8"/>
    <p:sldId id="266" r:id="rId9"/>
    <p:sldId id="268" r:id="rId10"/>
    <p:sldId id="269" r:id="rId11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372F"/>
    <a:srgbClr val="92CD00"/>
    <a:srgbClr val="2F84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A6A13D-7AEE-4FCA-9F8C-F9792465918D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3CA48-3775-4148-8496-3E9283AD280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02891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3CA48-3775-4148-8496-3E9283AD2802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7790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78542-69CF-5AC2-F181-F423EDE78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EAC11-C548-CCD1-A7ED-0550332F3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61D90-5808-013F-1CD5-40E8FC2C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7A30E-9412-FE57-21A4-80ACBD0BD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6CE4C-DB32-16B4-ABE5-DDD383AE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78644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CAD99-C76D-0962-EF67-CB1D4BA0F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6303A-D758-9A13-4A15-13F4E50B8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30CF1-C025-E2AD-E8BD-6C6C6764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68929-4C60-B184-FC5B-03C416E2D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CFF9A-E174-41EB-B2F1-543D1839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468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3AFB-ED9B-C868-D269-E9DA4EB0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ECDAC-7B90-42ED-5ACE-0404EFAE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91625-15B1-BFC1-F314-800AF959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6DEEE-7D52-108E-2811-26A77803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7C245-DABC-CBA7-2FC1-B247ABC1A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877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F20AF-FBB8-6BD1-61B3-483ACC5EC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6A79F-667B-E8CC-55BD-6A252CCED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C18A1D-1B53-7FBB-08AD-44B24EF35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16057-B567-B693-CA9D-3D3562E12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6BF5A-6EF8-2D39-3DAB-C8CD7A71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A023A-669C-A5BC-C37B-BCC6D58B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0201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83214-6B3E-CD34-8E92-D588C586B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43652-99DB-5882-7FA9-CFB92AE83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D6C9D-8585-2D0A-5C00-DD0FBCC47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25A85-8749-4167-B4E3-4E91B9AEB6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829FDC-665C-8AD4-1709-C385CC6E53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F3949-0D68-0BA2-AA22-1D972C03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EF9E0F-49E2-6314-C337-6C32CF893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5E020-1A6A-D645-E7A3-5992C32AA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08482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8709-CAA9-D69A-2ECB-A3D21A82E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C4AA5A-3553-2A19-0FB6-5FF8320B6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0762B-D2BC-73BF-7063-8BB99CEE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27DEA-F97E-DD19-7B03-555916BD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355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0FFBA4-E5F4-C3E3-6690-85C20B8B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292E3F-39A1-BF96-04D2-7AE10873C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E7A98-DCC8-834F-AB13-B3774CA2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76816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C8DA-6F7B-A046-4554-3B663DDA8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91650-497D-6980-DA96-A7BC76030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2FC49-0090-4076-E516-2346A82C8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EA89B-1D12-82CD-BADE-C1DE862DB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00D64-0B60-D173-1DF7-452142DB1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7B3F1-3096-1585-0620-62708907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64414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E45E-9AA5-83B0-C1F2-8794E7BC4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2AC3CB-0039-488F-CE6E-5D6060A564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B7741-892E-75BE-6E1B-F9ADEC2CC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3EC00-3AF4-4F51-C22B-58EF0088A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9E72F-E405-3EC2-DB45-F70B284A3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AA725-CF68-F0C6-6DFB-318326A78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4814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7D28D-F61C-CE2C-422E-80D39F286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BBCC7-6C1B-763B-CDC8-984D3137B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092F1-D048-8D4D-A8B3-362343192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74908-734F-8850-DA9D-4DD40977F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758AD-B418-237E-FA6A-3A469668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82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E0840-9C05-7898-A4DB-92C7E5302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B3605F-17A8-9F9C-C4FA-63E0C956A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ED185-47D7-E9DB-5A4E-DE6961F81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357A9-7B65-7606-06C3-DB13446C1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53994-BB97-B824-3118-73F4BA71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5229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78542-69CF-5AC2-F181-F423EDE78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EAC11-C548-CCD1-A7ED-0550332F3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61D90-5808-013F-1CD5-40E8FC2C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7A30E-9412-FE57-21A4-80ACBD0BD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6CE4C-DB32-16B4-ABE5-DDD383AE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7864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CAD99-C76D-0962-EF67-CB1D4BA0F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6303A-D758-9A13-4A15-13F4E50B8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30CF1-C025-E2AD-E8BD-6C6C6764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68929-4C60-B184-FC5B-03C416E2D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CFF9A-E174-41EB-B2F1-543D1839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4688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3AFB-ED9B-C868-D269-E9DA4EB0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ECDAC-7B90-42ED-5ACE-0404EFAE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91625-15B1-BFC1-F314-800AF959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6DEEE-7D52-108E-2811-26A77803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7C245-DABC-CBA7-2FC1-B247ABC1A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877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F20AF-FBB8-6BD1-61B3-483ACC5EC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6A79F-667B-E8CC-55BD-6A252CCED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C18A1D-1B53-7FBB-08AD-44B24EF35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16057-B567-B693-CA9D-3D3562E12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6BF5A-6EF8-2D39-3DAB-C8CD7A71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A023A-669C-A5BC-C37B-BCC6D58B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0201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83214-6B3E-CD34-8E92-D588C586B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43652-99DB-5882-7FA9-CFB92AE83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D6C9D-8585-2D0A-5C00-DD0FBCC47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25A85-8749-4167-B4E3-4E91B9AEB6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829FDC-665C-8AD4-1709-C385CC6E53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F3949-0D68-0BA2-AA22-1D972C03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EF9E0F-49E2-6314-C337-6C32CF893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5E020-1A6A-D645-E7A3-5992C32AA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08482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8709-CAA9-D69A-2ECB-A3D21A82E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C4AA5A-3553-2A19-0FB6-5FF8320B6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0762B-D2BC-73BF-7063-8BB99CEE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27DEA-F97E-DD19-7B03-555916BD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35507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0FFBA4-E5F4-C3E3-6690-85C20B8B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292E3F-39A1-BF96-04D2-7AE10873C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E7A98-DCC8-834F-AB13-B3774CA2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768166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C8DA-6F7B-A046-4554-3B663DDA8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91650-497D-6980-DA96-A7BC76030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2FC49-0090-4076-E516-2346A82C8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EA89B-1D12-82CD-BADE-C1DE862DB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00D64-0B60-D173-1DF7-452142DB1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7B3F1-3096-1585-0620-62708907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64414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E45E-9AA5-83B0-C1F2-8794E7BC4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2AC3CB-0039-488F-CE6E-5D6060A564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B7741-892E-75BE-6E1B-F9ADEC2CC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3EC00-3AF4-4F51-C22B-58EF0088A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9E72F-E405-3EC2-DB45-F70B284A3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AA725-CF68-F0C6-6DFB-318326A78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4814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7D28D-F61C-CE2C-422E-80D39F286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BBCC7-6C1B-763B-CDC8-984D3137B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092F1-D048-8D4D-A8B3-362343192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74908-734F-8850-DA9D-4DD40977F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758AD-B418-237E-FA6A-3A469668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8264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E0840-9C05-7898-A4DB-92C7E5302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B3605F-17A8-9F9C-C4FA-63E0C956A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ED185-47D7-E9DB-5A4E-DE6961F81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357A9-7B65-7606-06C3-DB13446C1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53994-BB97-B824-3118-73F4BA71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52295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78542-69CF-5AC2-F181-F423EDE78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EAC11-C548-CCD1-A7ED-0550332F3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61D90-5808-013F-1CD5-40E8FC2C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7A30E-9412-FE57-21A4-80ACBD0BD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6CE4C-DB32-16B4-ABE5-DDD383AE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78644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CAD99-C76D-0962-EF67-CB1D4BA0F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6303A-D758-9A13-4A15-13F4E50B8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30CF1-C025-E2AD-E8BD-6C6C6764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68929-4C60-B184-FC5B-03C416E2D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CFF9A-E174-41EB-B2F1-543D1839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46881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3AFB-ED9B-C868-D269-E9DA4EB0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ECDAC-7B90-42ED-5ACE-0404EFAE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91625-15B1-BFC1-F314-800AF959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6DEEE-7D52-108E-2811-26A77803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7C245-DABC-CBA7-2FC1-B247ABC1A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8773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F20AF-FBB8-6BD1-61B3-483ACC5EC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6A79F-667B-E8CC-55BD-6A252CCED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C18A1D-1B53-7FBB-08AD-44B24EF35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16057-B567-B693-CA9D-3D3562E12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6BF5A-6EF8-2D39-3DAB-C8CD7A71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A023A-669C-A5BC-C37B-BCC6D58B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02011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83214-6B3E-CD34-8E92-D588C586B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43652-99DB-5882-7FA9-CFB92AE83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D6C9D-8585-2D0A-5C00-DD0FBCC47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25A85-8749-4167-B4E3-4E91B9AEB6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829FDC-665C-8AD4-1709-C385CC6E53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F3949-0D68-0BA2-AA22-1D972C03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EF9E0F-49E2-6314-C337-6C32CF893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5E020-1A6A-D645-E7A3-5992C32AA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084824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8709-CAA9-D69A-2ECB-A3D21A82E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C4AA5A-3553-2A19-0FB6-5FF8320B6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0762B-D2BC-73BF-7063-8BB99CEE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27DEA-F97E-DD19-7B03-555916BD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35507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0FFBA4-E5F4-C3E3-6690-85C20B8B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292E3F-39A1-BF96-04D2-7AE10873C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E7A98-DCC8-834F-AB13-B3774CA2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768166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C8DA-6F7B-A046-4554-3B663DDA8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91650-497D-6980-DA96-A7BC76030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2FC49-0090-4076-E516-2346A82C8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EA89B-1D12-82CD-BADE-C1DE862DB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00D64-0B60-D173-1DF7-452142DB1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7B3F1-3096-1585-0620-62708907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644145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E45E-9AA5-83B0-C1F2-8794E7BC4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2AC3CB-0039-488F-CE6E-5D6060A564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B7741-892E-75BE-6E1B-F9ADEC2CC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3EC00-3AF4-4F51-C22B-58EF0088A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9E72F-E405-3EC2-DB45-F70B284A3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AA725-CF68-F0C6-6DFB-318326A78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48147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7D28D-F61C-CE2C-422E-80D39F286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BBCC7-6C1B-763B-CDC8-984D3137B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092F1-D048-8D4D-A8B3-362343192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74908-734F-8850-DA9D-4DD40977F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758AD-B418-237E-FA6A-3A469668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8264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E0840-9C05-7898-A4DB-92C7E5302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B3605F-17A8-9F9C-C4FA-63E0C956A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ED185-47D7-E9DB-5A4E-DE6961F81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357A9-7B65-7606-06C3-DB13446C1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53994-BB97-B824-3118-73F4BA71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5229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6087E4-F2CA-B4FC-A9FC-24DC51C99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67CC9-B392-08A4-E0B3-013A7BB58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79D87-7BBA-CE10-206B-1F41FE3EB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51DEE-6158-5EC7-15D8-8705E6119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470BF-F5C7-D31B-3368-720ED127E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562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6087E4-F2CA-B4FC-A9FC-24DC51C99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67CC9-B392-08A4-E0B3-013A7BB58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79D87-7BBA-CE10-206B-1F41FE3EB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51DEE-6158-5EC7-15D8-8705E6119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470BF-F5C7-D31B-3368-720ED127E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562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6087E4-F2CA-B4FC-A9FC-24DC51C99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67CC9-B392-08A4-E0B3-013A7BB58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79D87-7BBA-CE10-206B-1F41FE3EB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8A5B7-A2B6-4ED5-A630-9DF12B7C9022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51DEE-6158-5EC7-15D8-8705E6119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470BF-F5C7-D31B-3368-720ED127E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74B0F-4643-4199-92A4-D3508841541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562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3.jpeg"/><Relationship Id="rId7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10" Type="http://schemas.openxmlformats.org/officeDocument/2006/relationships/image" Target="../media/image6.jpg"/><Relationship Id="rId4" Type="http://schemas.openxmlformats.org/officeDocument/2006/relationships/image" Target="../media/image12.jp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7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1.wdp"/><Relationship Id="rId5" Type="http://schemas.openxmlformats.org/officeDocument/2006/relationships/image" Target="../media/image14.png"/><Relationship Id="rId4" Type="http://schemas.openxmlformats.org/officeDocument/2006/relationships/image" Target="../media/image3.jpeg"/><Relationship Id="rId9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6" Type="http://schemas.microsoft.com/office/2007/relationships/hdphoto" Target="../media/hdphoto2.wdp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3F56-661A-0B6D-9A1C-8F0219D715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16600" dirty="0"/>
              <a:t>Biz2Code</a:t>
            </a:r>
            <a:endParaRPr lang="en-IL" sz="1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857F0B-3C44-BA51-F59F-C36DCB7856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8800" dirty="0">
                <a:solidFill>
                  <a:schemeClr val="bg1">
                    <a:lumMod val="50000"/>
                  </a:schemeClr>
                </a:solidFill>
              </a:rPr>
              <a:t>Logo Presentation</a:t>
            </a:r>
            <a:endParaRPr lang="en-IL" sz="8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576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34699C-3516-E08E-CA51-48B01D05F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0" t="10929" r="19119" b="14983"/>
          <a:stretch/>
        </p:blipFill>
        <p:spPr>
          <a:xfrm>
            <a:off x="4010584" y="4336025"/>
            <a:ext cx="4170831" cy="2280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035A40-E61F-9CC6-36B8-9C4E003A4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031" y="4836726"/>
            <a:ext cx="2194672" cy="1595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470D7A-4516-171A-650E-35D9FB8ED1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8" t="18637" r="20896" b="18854"/>
          <a:stretch/>
        </p:blipFill>
        <p:spPr>
          <a:xfrm>
            <a:off x="7185637" y="968286"/>
            <a:ext cx="2939845" cy="31415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8B0CD7-B6EF-37EB-F848-45052E653B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5" t="26810" r="28438" b="26595"/>
          <a:stretch/>
        </p:blipFill>
        <p:spPr>
          <a:xfrm>
            <a:off x="4077259" y="914400"/>
            <a:ext cx="2939845" cy="31954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74CA2B-937B-EB6A-13EC-CAC48F997C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8" t="23542" r="60968" b="40072"/>
          <a:stretch/>
        </p:blipFill>
        <p:spPr>
          <a:xfrm>
            <a:off x="967483" y="1103210"/>
            <a:ext cx="2566220" cy="24953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DCC82-911A-A41A-A928-BA1BFDC7C8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37" t="26371" r="30592" b="31556"/>
          <a:stretch/>
        </p:blipFill>
        <p:spPr>
          <a:xfrm>
            <a:off x="8181415" y="4836726"/>
            <a:ext cx="1400511" cy="15356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00103F-1E31-92CA-114C-305C0BB860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92" t="21052" r="30121" b="18714"/>
          <a:stretch/>
        </p:blipFill>
        <p:spPr>
          <a:xfrm>
            <a:off x="10461520" y="1789465"/>
            <a:ext cx="1055290" cy="1499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285133-3821-DD6D-76EE-45B71FAB8B9D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92" t="21052" r="30121" b="18714"/>
          <a:stretch/>
        </p:blipFill>
        <p:spPr>
          <a:xfrm>
            <a:off x="10528042" y="4465146"/>
            <a:ext cx="1055290" cy="149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542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29C9DA-05F0-AF44-2BA9-131023BE8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654" y="-386578"/>
            <a:ext cx="5586046" cy="55860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61D64B-2535-44E8-D134-3C199233B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876" y="169984"/>
            <a:ext cx="2883877" cy="28838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AA5F75-65BC-8CDB-D384-CE4BF778D1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8" t="22906" r="21282" b="24102"/>
          <a:stretch/>
        </p:blipFill>
        <p:spPr>
          <a:xfrm>
            <a:off x="171310" y="0"/>
            <a:ext cx="3040815" cy="27725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6F32A8-2D9B-CB04-1D86-288F0429E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26" t="12641" r="11220" b="55149"/>
          <a:stretch/>
        </p:blipFill>
        <p:spPr>
          <a:xfrm>
            <a:off x="3625029" y="4610576"/>
            <a:ext cx="1740310" cy="17993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5B8647-D83C-2E47-AE53-937A7588F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40" t="9949" r="8918" b="54888"/>
          <a:stretch/>
        </p:blipFill>
        <p:spPr>
          <a:xfrm>
            <a:off x="1208402" y="4434348"/>
            <a:ext cx="2058638" cy="197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79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1E5314B-FBFE-F8DC-A872-082A57BE44B2}"/>
              </a:ext>
            </a:extLst>
          </p:cNvPr>
          <p:cNvSpPr txBox="1">
            <a:spLocks/>
          </p:cNvSpPr>
          <p:nvPr/>
        </p:nvSpPr>
        <p:spPr>
          <a:xfrm>
            <a:off x="-1" y="875140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500" dirty="0"/>
              <a:t>Biz2code</a:t>
            </a:r>
            <a:endParaRPr lang="en-IL" sz="141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150D2C-FBDB-BDBB-A815-3385AB170831}"/>
              </a:ext>
            </a:extLst>
          </p:cNvPr>
          <p:cNvSpPr txBox="1">
            <a:spLocks/>
          </p:cNvSpPr>
          <p:nvPr/>
        </p:nvSpPr>
        <p:spPr>
          <a:xfrm>
            <a:off x="6115663" y="3674801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50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Biz2code</a:t>
            </a:r>
            <a:endParaRPr lang="en-IL" sz="141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6F7FBD-298C-F834-F1FF-AED0E21393ED}"/>
              </a:ext>
            </a:extLst>
          </p:cNvPr>
          <p:cNvSpPr txBox="1">
            <a:spLocks/>
          </p:cNvSpPr>
          <p:nvPr/>
        </p:nvSpPr>
        <p:spPr>
          <a:xfrm>
            <a:off x="6095999" y="2631614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Biz2code</a:t>
            </a:r>
            <a:endParaRPr lang="en-IL" sz="1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6AEE685-B3C8-D6BC-5961-18D0726685D7}"/>
              </a:ext>
            </a:extLst>
          </p:cNvPr>
          <p:cNvSpPr txBox="1">
            <a:spLocks/>
          </p:cNvSpPr>
          <p:nvPr/>
        </p:nvSpPr>
        <p:spPr>
          <a:xfrm>
            <a:off x="6096000" y="1548580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Biz2code</a:t>
            </a:r>
            <a:endParaRPr lang="en-IL" sz="14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7F54B18-FB15-050C-B2B7-1D7DFFF47492}"/>
              </a:ext>
            </a:extLst>
          </p:cNvPr>
          <p:cNvSpPr txBox="1">
            <a:spLocks/>
          </p:cNvSpPr>
          <p:nvPr/>
        </p:nvSpPr>
        <p:spPr>
          <a:xfrm>
            <a:off x="6096000" y="557008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500" dirty="0">
                <a:latin typeface="Cambria" panose="02040503050406030204" pitchFamily="18" charset="0"/>
                <a:ea typeface="Cambria" panose="02040503050406030204" pitchFamily="18" charset="0"/>
              </a:rPr>
              <a:t>Biz2code</a:t>
            </a:r>
            <a:endParaRPr lang="en-IL" sz="14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53613AD-43E1-AEA2-44BD-377C824C2A7D}"/>
              </a:ext>
            </a:extLst>
          </p:cNvPr>
          <p:cNvSpPr txBox="1">
            <a:spLocks/>
          </p:cNvSpPr>
          <p:nvPr/>
        </p:nvSpPr>
        <p:spPr>
          <a:xfrm>
            <a:off x="0" y="1906339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500" dirty="0">
                <a:latin typeface="Aharoni" panose="02010803020104030203" pitchFamily="2" charset="-79"/>
                <a:cs typeface="Aharoni" panose="02010803020104030203" pitchFamily="2" charset="-79"/>
              </a:rPr>
              <a:t>Biz2Code</a:t>
            </a:r>
            <a:endParaRPr lang="en-IL" sz="141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E349590-CC94-CB63-B45F-9EF5F1CEFA4F}"/>
              </a:ext>
            </a:extLst>
          </p:cNvPr>
          <p:cNvSpPr txBox="1">
            <a:spLocks/>
          </p:cNvSpPr>
          <p:nvPr/>
        </p:nvSpPr>
        <p:spPr>
          <a:xfrm>
            <a:off x="0" y="2830945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500" dirty="0">
                <a:latin typeface="Arial" panose="020B0604020202020204" pitchFamily="34" charset="0"/>
                <a:cs typeface="Arial" panose="020B0604020202020204" pitchFamily="34" charset="0"/>
              </a:rPr>
              <a:t>Biz2code</a:t>
            </a:r>
            <a:endParaRPr lang="en-IL" sz="14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ABDFF34-F63C-D6C4-5CF6-C64B9415F1E5}"/>
              </a:ext>
            </a:extLst>
          </p:cNvPr>
          <p:cNvSpPr txBox="1">
            <a:spLocks/>
          </p:cNvSpPr>
          <p:nvPr/>
        </p:nvSpPr>
        <p:spPr>
          <a:xfrm>
            <a:off x="24581" y="3762925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500" dirty="0">
                <a:latin typeface="Bahnschrift" panose="020B0502040204020203" pitchFamily="34" charset="0"/>
              </a:rPr>
              <a:t>Biz2code</a:t>
            </a:r>
            <a:endParaRPr lang="en-IL" sz="14100" dirty="0">
              <a:latin typeface="Bahnschrift" panose="020B0502040204020203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ED94ADA-B818-E078-9E75-15F6D3384ABE}"/>
              </a:ext>
            </a:extLst>
          </p:cNvPr>
          <p:cNvSpPr txBox="1">
            <a:spLocks/>
          </p:cNvSpPr>
          <p:nvPr/>
        </p:nvSpPr>
        <p:spPr>
          <a:xfrm>
            <a:off x="24581" y="4738406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Biz2Code</a:t>
            </a:r>
            <a:endParaRPr lang="en-IL" sz="14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E53114-F86E-465D-85FD-BC8DD6704889}"/>
              </a:ext>
            </a:extLst>
          </p:cNvPr>
          <p:cNvSpPr txBox="1">
            <a:spLocks/>
          </p:cNvSpPr>
          <p:nvPr/>
        </p:nvSpPr>
        <p:spPr>
          <a:xfrm>
            <a:off x="24581" y="5691392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500" dirty="0">
                <a:latin typeface="Century Gothic" panose="020B0502020202020204" pitchFamily="34" charset="0"/>
              </a:rPr>
              <a:t>Biz2code</a:t>
            </a:r>
            <a:endParaRPr lang="en-IL" sz="14100" dirty="0">
              <a:latin typeface="Century Gothic" panose="020B0502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5ED04D5-BCF6-5B0E-CA2E-6F21A84C1F6E}"/>
              </a:ext>
            </a:extLst>
          </p:cNvPr>
          <p:cNvSpPr txBox="1">
            <a:spLocks/>
          </p:cNvSpPr>
          <p:nvPr/>
        </p:nvSpPr>
        <p:spPr>
          <a:xfrm>
            <a:off x="6095999" y="4666373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500" dirty="0">
                <a:latin typeface="Corbel" panose="020B0503020204020204" pitchFamily="34" charset="0"/>
                <a:ea typeface="Yu Gothic UI Semibold" panose="020B0700000000000000" pitchFamily="34" charset="-128"/>
              </a:rPr>
              <a:t>Biz2code</a:t>
            </a:r>
            <a:endParaRPr lang="en-IL" sz="14100" dirty="0">
              <a:latin typeface="Corbel" panose="020B0503020204020204" pitchFamily="34" charset="0"/>
              <a:ea typeface="Yu Gothic UI Semibold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5705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4FD0F51-C0D9-3839-93F3-8E908410A2FD}"/>
              </a:ext>
            </a:extLst>
          </p:cNvPr>
          <p:cNvSpPr txBox="1">
            <a:spLocks/>
          </p:cNvSpPr>
          <p:nvPr/>
        </p:nvSpPr>
        <p:spPr>
          <a:xfrm>
            <a:off x="6198126" y="-160004"/>
            <a:ext cx="5978013" cy="1950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atin typeface="Cambria" panose="02040503050406030204" pitchFamily="18" charset="0"/>
                <a:ea typeface="Cambria" panose="02040503050406030204" pitchFamily="18" charset="0"/>
              </a:rPr>
              <a:t>Biz    code</a:t>
            </a:r>
            <a:endParaRPr lang="en-IL" sz="109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0E1025-D8C4-6CF4-113C-690F2C4D1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818" y="2001633"/>
            <a:ext cx="776749" cy="77674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531947E-245D-B517-710F-27B241642EA4}"/>
              </a:ext>
            </a:extLst>
          </p:cNvPr>
          <p:cNvSpPr txBox="1">
            <a:spLocks/>
          </p:cNvSpPr>
          <p:nvPr/>
        </p:nvSpPr>
        <p:spPr>
          <a:xfrm>
            <a:off x="5746955" y="1659542"/>
            <a:ext cx="6853084" cy="12946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Biz   c  de</a:t>
            </a:r>
            <a:endParaRPr lang="en-IL" sz="199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783842C-900E-BF56-BE0E-96D22A7E6AAB}"/>
              </a:ext>
            </a:extLst>
          </p:cNvPr>
          <p:cNvGrpSpPr/>
          <p:nvPr/>
        </p:nvGrpSpPr>
        <p:grpSpPr>
          <a:xfrm>
            <a:off x="1432044" y="1490710"/>
            <a:ext cx="908757" cy="908476"/>
            <a:chOff x="1365662" y="1546127"/>
            <a:chExt cx="908757" cy="90847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C609AF0-D78F-9C53-E513-DEF09EB0A812}"/>
                </a:ext>
              </a:extLst>
            </p:cNvPr>
            <p:cNvSpPr/>
            <p:nvPr/>
          </p:nvSpPr>
          <p:spPr>
            <a:xfrm>
              <a:off x="1365662" y="1546127"/>
              <a:ext cx="908757" cy="900123"/>
            </a:xfrm>
            <a:prstGeom prst="rect">
              <a:avLst/>
            </a:prstGeom>
            <a:solidFill>
              <a:srgbClr val="D0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D636957-EC55-1FC9-E80C-242C1402E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08" t="18637" r="20896" b="18854"/>
            <a:stretch/>
          </p:blipFill>
          <p:spPr>
            <a:xfrm>
              <a:off x="1411131" y="1599196"/>
              <a:ext cx="800473" cy="855407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C4B3F19-DF91-7D26-6D72-79D8D803308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6819" r="63525" b="16051"/>
          <a:stretch/>
        </p:blipFill>
        <p:spPr>
          <a:xfrm>
            <a:off x="1482849" y="117843"/>
            <a:ext cx="722954" cy="106275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C3C1465-B4D7-5054-D2BE-715E74606272}"/>
              </a:ext>
            </a:extLst>
          </p:cNvPr>
          <p:cNvGrpSpPr/>
          <p:nvPr/>
        </p:nvGrpSpPr>
        <p:grpSpPr>
          <a:xfrm>
            <a:off x="-272167" y="2576503"/>
            <a:ext cx="5201265" cy="1185520"/>
            <a:chOff x="3650904" y="3901347"/>
            <a:chExt cx="5201265" cy="118552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E8EDA12-BFA5-5D11-0F37-E9BCAA656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23083" y="3901347"/>
              <a:ext cx="1097280" cy="1097280"/>
            </a:xfrm>
            <a:prstGeom prst="rect">
              <a:avLst/>
            </a:prstGeom>
          </p:spPr>
        </p:pic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1062375C-81D2-8CF4-331B-07F5435BFE67}"/>
                </a:ext>
              </a:extLst>
            </p:cNvPr>
            <p:cNvSpPr txBox="1">
              <a:spLocks/>
            </p:cNvSpPr>
            <p:nvPr/>
          </p:nvSpPr>
          <p:spPr>
            <a:xfrm>
              <a:off x="3650904" y="4095295"/>
              <a:ext cx="5201265" cy="99157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7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7500" dirty="0">
                  <a:latin typeface="Arial" panose="020B0604020202020204" pitchFamily="34" charset="0"/>
                  <a:cs typeface="Arial" panose="020B0604020202020204" pitchFamily="34" charset="0"/>
                </a:rPr>
                <a:t>Biz   code</a:t>
              </a:r>
              <a:endParaRPr lang="en-IL" sz="14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AE7B9977-B0A5-506F-DC70-7EEDDA57B62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0F9ED5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292" y="154284"/>
            <a:ext cx="1321644" cy="1321644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7F11E954-18A0-368D-510E-8BC787A9A0E5}"/>
              </a:ext>
            </a:extLst>
          </p:cNvPr>
          <p:cNvGrpSpPr/>
          <p:nvPr/>
        </p:nvGrpSpPr>
        <p:grpSpPr>
          <a:xfrm>
            <a:off x="52674" y="3753467"/>
            <a:ext cx="4775200" cy="1141649"/>
            <a:chOff x="3980180" y="5002594"/>
            <a:chExt cx="4775200" cy="1141649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DD50688-1250-56F5-8FD6-850E133EE7DC}"/>
                </a:ext>
              </a:extLst>
            </p:cNvPr>
            <p:cNvGrpSpPr/>
            <p:nvPr/>
          </p:nvGrpSpPr>
          <p:grpSpPr>
            <a:xfrm>
              <a:off x="3980180" y="5065330"/>
              <a:ext cx="4647626" cy="1015667"/>
              <a:chOff x="3980180" y="5065330"/>
              <a:chExt cx="4647626" cy="1015667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A0B8235C-7F64-71FF-1C9E-8D954BCDA2D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980180" y="5065330"/>
                <a:ext cx="4647626" cy="950176"/>
                <a:chOff x="1495026" y="3645806"/>
                <a:chExt cx="9274137" cy="1896035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562835C4-39E2-BC7A-2F2F-B5B76BFBBE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1269" r="23464"/>
                <a:stretch/>
              </p:blipFill>
              <p:spPr>
                <a:xfrm>
                  <a:off x="4280965" y="3645806"/>
                  <a:ext cx="1746455" cy="1896035"/>
                </a:xfrm>
                <a:prstGeom prst="rect">
                  <a:avLst/>
                </a:prstGeom>
              </p:spPr>
            </p:pic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D815B6B1-89E3-F2CE-5D84-8A8166DC8F93}"/>
                    </a:ext>
                  </a:extLst>
                </p:cNvPr>
                <p:cNvSpPr/>
                <p:nvPr/>
              </p:nvSpPr>
              <p:spPr>
                <a:xfrm>
                  <a:off x="1495026" y="3760291"/>
                  <a:ext cx="3262189" cy="1668956"/>
                </a:xfrm>
                <a:prstGeom prst="roundRect">
                  <a:avLst/>
                </a:prstGeom>
                <a:solidFill>
                  <a:srgbClr val="2F84A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L"/>
                </a:p>
              </p:txBody>
            </p:sp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BCF6C34D-9994-4D30-E031-C6F054F1DE4B}"/>
                    </a:ext>
                  </a:extLst>
                </p:cNvPr>
                <p:cNvSpPr/>
                <p:nvPr/>
              </p:nvSpPr>
              <p:spPr>
                <a:xfrm>
                  <a:off x="5970576" y="3759343"/>
                  <a:ext cx="4798587" cy="1668956"/>
                </a:xfrm>
                <a:prstGeom prst="roundRect">
                  <a:avLst/>
                </a:prstGeom>
                <a:solidFill>
                  <a:srgbClr val="92CD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L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62103F13-0941-F128-6BF7-98322DE30CB1}"/>
                    </a:ext>
                  </a:extLst>
                </p:cNvPr>
                <p:cNvSpPr/>
                <p:nvPr/>
              </p:nvSpPr>
              <p:spPr>
                <a:xfrm>
                  <a:off x="5947963" y="3759343"/>
                  <a:ext cx="388620" cy="1668957"/>
                </a:xfrm>
                <a:prstGeom prst="rect">
                  <a:avLst/>
                </a:prstGeom>
                <a:solidFill>
                  <a:srgbClr val="92CD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L"/>
                </a:p>
              </p:txBody>
            </p:sp>
          </p:grpSp>
          <p:sp>
            <p:nvSpPr>
              <p:cNvPr id="20" name="Title 1">
                <a:extLst>
                  <a:ext uri="{FF2B5EF4-FFF2-40B4-BE49-F238E27FC236}">
                    <a16:creationId xmlns:a16="http://schemas.microsoft.com/office/drawing/2014/main" id="{8A268ECF-A39A-BC39-DB18-75E24683A0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10470" y="5089425"/>
                <a:ext cx="1584291" cy="99157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7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sz="7500" dirty="0">
                    <a:solidFill>
                      <a:schemeClr val="bg1"/>
                    </a:solidFill>
                    <a:latin typeface="Yu Gothic UI Semibold" panose="020B0700000000000000" pitchFamily="34" charset="-128"/>
                    <a:ea typeface="Yu Gothic UI Semibold" panose="020B0700000000000000" pitchFamily="34" charset="-128"/>
                  </a:rPr>
                  <a:t>biz</a:t>
                </a:r>
                <a:endParaRPr lang="en-IL" sz="14100" dirty="0">
                  <a:solidFill>
                    <a:schemeClr val="bg1"/>
                  </a:solidFill>
                  <a:latin typeface="Yu Gothic UI Semibold" panose="020B0700000000000000" pitchFamily="34" charset="-128"/>
                  <a:ea typeface="Yu Gothic UI Semibold" panose="020B0700000000000000" pitchFamily="34" charset="-128"/>
                </a:endParaRPr>
              </a:p>
            </p:txBody>
          </p:sp>
        </p:grpSp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EA18A57C-8C7C-DBB4-BAB9-CD8A74932498}"/>
                </a:ext>
              </a:extLst>
            </p:cNvPr>
            <p:cNvSpPr txBox="1">
              <a:spLocks/>
            </p:cNvSpPr>
            <p:nvPr/>
          </p:nvSpPr>
          <p:spPr>
            <a:xfrm>
              <a:off x="6168466" y="5002594"/>
              <a:ext cx="2586914" cy="114164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7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7500" dirty="0">
                  <a:solidFill>
                    <a:schemeClr val="bg1"/>
                  </a:solidFill>
                  <a:latin typeface="Yu Gothic UI Semibold" panose="020B0700000000000000" pitchFamily="34" charset="-128"/>
                  <a:ea typeface="Yu Gothic UI Semibold" panose="020B0700000000000000" pitchFamily="34" charset="-128"/>
                </a:rPr>
                <a:t>code</a:t>
              </a:r>
              <a:endParaRPr lang="en-IL" sz="14100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endParaRPr>
            </a:p>
          </p:txBody>
        </p:sp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E8D49B82-A0F2-9CE4-16F1-0B8171077E26}"/>
              </a:ext>
            </a:extLst>
          </p:cNvPr>
          <p:cNvSpPr txBox="1">
            <a:spLocks/>
          </p:cNvSpPr>
          <p:nvPr/>
        </p:nvSpPr>
        <p:spPr>
          <a:xfrm>
            <a:off x="-783204" y="980823"/>
            <a:ext cx="5978013" cy="1950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atin typeface="Bahnschrift Light Condensed" panose="020B0502040204020203" pitchFamily="34" charset="0"/>
                <a:ea typeface="Cambria" panose="02040503050406030204" pitchFamily="18" charset="0"/>
              </a:rPr>
              <a:t>Biz    code</a:t>
            </a:r>
            <a:endParaRPr lang="en-IL" sz="109900" dirty="0">
              <a:latin typeface="Bahnschrift Light Condensed" panose="020B0502040204020203" pitchFamily="34" charset="0"/>
              <a:ea typeface="Cambria" panose="02040503050406030204" pitchFamily="18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BE948BE2-AEC8-AC39-5A7B-EF4861F8CA79}"/>
              </a:ext>
            </a:extLst>
          </p:cNvPr>
          <p:cNvSpPr txBox="1">
            <a:spLocks/>
          </p:cNvSpPr>
          <p:nvPr/>
        </p:nvSpPr>
        <p:spPr>
          <a:xfrm>
            <a:off x="-732717" y="-299083"/>
            <a:ext cx="5978013" cy="1950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atin typeface="Bahnschrift Light Condensed" panose="020B0502040204020203" pitchFamily="34" charset="0"/>
                <a:ea typeface="Cambria" panose="02040503050406030204" pitchFamily="18" charset="0"/>
              </a:rPr>
              <a:t>Biz    code</a:t>
            </a:r>
            <a:endParaRPr lang="en-IL" sz="109900" dirty="0">
              <a:latin typeface="Bahnschrift Light Condensed" panose="020B0502040204020203" pitchFamily="34" charset="0"/>
              <a:ea typeface="Cambria" panose="02040503050406030204" pitchFamily="18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DEC846E0-791F-F923-AF4A-4F884CCAB867}"/>
              </a:ext>
            </a:extLst>
          </p:cNvPr>
          <p:cNvSpPr txBox="1">
            <a:spLocks/>
          </p:cNvSpPr>
          <p:nvPr/>
        </p:nvSpPr>
        <p:spPr>
          <a:xfrm>
            <a:off x="6676103" y="2980869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500" dirty="0">
                <a:ln w="0"/>
                <a:latin typeface="Aharoni" panose="02010803020104030203" pitchFamily="2" charset="-79"/>
                <a:cs typeface="Aharoni" panose="02010803020104030203" pitchFamily="2" charset="-79"/>
              </a:rPr>
              <a:t>BIZ   C   DE</a:t>
            </a:r>
            <a:endParaRPr lang="en-IL" sz="14100" dirty="0">
              <a:ln w="0"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436688F-F388-7EFE-9D09-DFB73E6AC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947" y="2989796"/>
            <a:ext cx="776749" cy="77674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9072847-C2C4-DE82-6BB7-D9773660A6FA}"/>
              </a:ext>
            </a:extLst>
          </p:cNvPr>
          <p:cNvGrpSpPr/>
          <p:nvPr/>
        </p:nvGrpSpPr>
        <p:grpSpPr>
          <a:xfrm>
            <a:off x="-187443" y="5041420"/>
            <a:ext cx="5709520" cy="991916"/>
            <a:chOff x="-187443" y="5041420"/>
            <a:chExt cx="5709520" cy="99191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DF963B9-82C9-4522-2B2D-1633338087E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964" y="5041420"/>
              <a:ext cx="5401466" cy="836853"/>
              <a:chOff x="1495026" y="3759343"/>
              <a:chExt cx="10778392" cy="1669904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4953E207-D218-3506-C318-332745EEBF68}"/>
                  </a:ext>
                </a:extLst>
              </p:cNvPr>
              <p:cNvSpPr/>
              <p:nvPr/>
            </p:nvSpPr>
            <p:spPr>
              <a:xfrm>
                <a:off x="1495026" y="3760291"/>
                <a:ext cx="4452938" cy="1668956"/>
              </a:xfrm>
              <a:prstGeom prst="roundRect">
                <a:avLst/>
              </a:prstGeom>
              <a:solidFill>
                <a:srgbClr val="2F84A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6DA5A96C-ABD7-8219-0060-3E15970EAFA6}"/>
                  </a:ext>
                </a:extLst>
              </p:cNvPr>
              <p:cNvSpPr/>
              <p:nvPr/>
            </p:nvSpPr>
            <p:spPr>
              <a:xfrm>
                <a:off x="5970576" y="3759343"/>
                <a:ext cx="6302842" cy="166895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A9B2F61-0AE7-C2E3-761F-22E3DF5B9002}"/>
                  </a:ext>
                </a:extLst>
              </p:cNvPr>
              <p:cNvSpPr/>
              <p:nvPr/>
            </p:nvSpPr>
            <p:spPr>
              <a:xfrm>
                <a:off x="5603392" y="3759343"/>
                <a:ext cx="733191" cy="166895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  <p:sp>
          <p:nvSpPr>
            <p:cNvPr id="37" name="Title 1">
              <a:extLst>
                <a:ext uri="{FF2B5EF4-FFF2-40B4-BE49-F238E27FC236}">
                  <a16:creationId xmlns:a16="http://schemas.microsoft.com/office/drawing/2014/main" id="{A0971C8A-0720-E99E-C2EC-313DC48921D1}"/>
                </a:ext>
              </a:extLst>
            </p:cNvPr>
            <p:cNvSpPr txBox="1">
              <a:spLocks/>
            </p:cNvSpPr>
            <p:nvPr/>
          </p:nvSpPr>
          <p:spPr>
            <a:xfrm>
              <a:off x="-187443" y="5041764"/>
              <a:ext cx="5709520" cy="99157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800" b="1" dirty="0">
                  <a:solidFill>
                    <a:schemeClr val="bg1"/>
                  </a:solidFill>
                  <a:latin typeface="Yu Gothic UI Semibold" panose="020B0700000000000000" pitchFamily="34" charset="-128"/>
                  <a:ea typeface="Yu Gothic UI Semibold" panose="020B0700000000000000" pitchFamily="34" charset="-128"/>
                </a:rPr>
                <a:t>Biz 2 code</a:t>
              </a:r>
              <a:endParaRPr lang="en-IL" sz="8800" b="1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5A88491-C88E-0E09-EFC6-FB8B06B78EF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0F9ED5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274" y="1621117"/>
            <a:ext cx="1321644" cy="13216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A17C52-F263-B98A-0EA3-B7291C8A8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948" y="4418905"/>
            <a:ext cx="776749" cy="77674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C16C280-84B8-E234-A3A9-B304EBFC1215}"/>
              </a:ext>
            </a:extLst>
          </p:cNvPr>
          <p:cNvSpPr txBox="1">
            <a:spLocks/>
          </p:cNvSpPr>
          <p:nvPr/>
        </p:nvSpPr>
        <p:spPr>
          <a:xfrm>
            <a:off x="5805998" y="4078112"/>
            <a:ext cx="6853084" cy="12946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Biz   c  de</a:t>
            </a:r>
            <a:endParaRPr lang="en-IL" sz="199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FE0E5B-1BD9-63C3-A902-977ADF8AE4F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292" y="4048657"/>
            <a:ext cx="1321644" cy="1321644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499EFB67-C847-1B96-B354-46887ED73511}"/>
              </a:ext>
            </a:extLst>
          </p:cNvPr>
          <p:cNvSpPr txBox="1">
            <a:spLocks/>
          </p:cNvSpPr>
          <p:nvPr/>
        </p:nvSpPr>
        <p:spPr>
          <a:xfrm>
            <a:off x="6395037" y="5399756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atin typeface="Corbel" panose="020B0503020204020204" pitchFamily="34" charset="0"/>
                <a:ea typeface="Yu Gothic UI Semibold" panose="020B0700000000000000" pitchFamily="34" charset="-128"/>
              </a:rPr>
              <a:t>Biz   code</a:t>
            </a:r>
            <a:endParaRPr lang="en-IL" sz="24400" dirty="0">
              <a:latin typeface="Corbel" panose="020B0503020204020204" pitchFamily="34" charset="0"/>
              <a:ea typeface="Yu Gothic UI Semibold" panose="020B0700000000000000" pitchFamily="34" charset="-128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1BE6ABA-DAC0-3591-5725-14FF5D2EF0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8" t="23542" r="60968" b="40072"/>
          <a:stretch/>
        </p:blipFill>
        <p:spPr>
          <a:xfrm>
            <a:off x="8243912" y="5616767"/>
            <a:ext cx="649561" cy="63163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B0D2098-6334-CD6B-E8B0-407989F2D54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37" t="26371" r="30592" b="31556"/>
          <a:stretch/>
        </p:blipFill>
        <p:spPr>
          <a:xfrm>
            <a:off x="8414179" y="3018977"/>
            <a:ext cx="712058" cy="78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69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01D1E174-D320-3FF3-A688-20AEF054285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92" t="21052" r="30121" b="18714"/>
          <a:stretch/>
        </p:blipFill>
        <p:spPr>
          <a:xfrm>
            <a:off x="2274539" y="641739"/>
            <a:ext cx="651541" cy="92563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0AD8F0D-F90E-6828-22DA-15C1847C9F34}"/>
              </a:ext>
            </a:extLst>
          </p:cNvPr>
          <p:cNvSpPr txBox="1">
            <a:spLocks/>
          </p:cNvSpPr>
          <p:nvPr/>
        </p:nvSpPr>
        <p:spPr>
          <a:xfrm>
            <a:off x="-80754" y="179844"/>
            <a:ext cx="5978013" cy="1950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Biz   code</a:t>
            </a:r>
            <a:endParaRPr lang="en-IL" sz="1099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9BA8D6-1595-3A13-927B-AAF5190409D4}"/>
              </a:ext>
            </a:extLst>
          </p:cNvPr>
          <p:cNvGrpSpPr>
            <a:grpSpLocks noChangeAspect="1"/>
          </p:cNvGrpSpPr>
          <p:nvPr/>
        </p:nvGrpSpPr>
        <p:grpSpPr>
          <a:xfrm>
            <a:off x="7996400" y="740826"/>
            <a:ext cx="899917" cy="924499"/>
            <a:chOff x="1396142" y="1546127"/>
            <a:chExt cx="948304" cy="97420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D68DA8-53EB-57E5-DC2D-E02A3D56452D}"/>
                </a:ext>
              </a:extLst>
            </p:cNvPr>
            <p:cNvSpPr/>
            <p:nvPr/>
          </p:nvSpPr>
          <p:spPr>
            <a:xfrm>
              <a:off x="1396142" y="1546127"/>
              <a:ext cx="948304" cy="974207"/>
            </a:xfrm>
            <a:prstGeom prst="rect">
              <a:avLst/>
            </a:prstGeom>
            <a:solidFill>
              <a:srgbClr val="D0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47BBFC4-B56D-7278-C944-B286F6061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08" t="18637" r="20896" b="18854"/>
            <a:stretch/>
          </p:blipFill>
          <p:spPr>
            <a:xfrm>
              <a:off x="1471962" y="1605527"/>
              <a:ext cx="800473" cy="855407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2C36A4FD-7D10-4B20-3830-8BF1AE8B7333}"/>
              </a:ext>
            </a:extLst>
          </p:cNvPr>
          <p:cNvSpPr txBox="1">
            <a:spLocks/>
          </p:cNvSpPr>
          <p:nvPr/>
        </p:nvSpPr>
        <p:spPr>
          <a:xfrm>
            <a:off x="5798742" y="277057"/>
            <a:ext cx="5978013" cy="1950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atin typeface="Bahnschrift Light Condensed" panose="020B0502040204020203" pitchFamily="34" charset="0"/>
                <a:ea typeface="Cambria" panose="02040503050406030204" pitchFamily="18" charset="0"/>
              </a:rPr>
              <a:t>Biz    code</a:t>
            </a:r>
            <a:endParaRPr lang="en-IL" sz="109900" dirty="0">
              <a:latin typeface="Bahnschrift Light Condensed" panose="020B0502040204020203" pitchFamily="34" charset="0"/>
              <a:ea typeface="Cambria" panose="020405030504060302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0211CD7-A57B-0729-E98E-A1848C09D2F0}"/>
              </a:ext>
            </a:extLst>
          </p:cNvPr>
          <p:cNvSpPr txBox="1">
            <a:spLocks/>
          </p:cNvSpPr>
          <p:nvPr/>
        </p:nvSpPr>
        <p:spPr>
          <a:xfrm>
            <a:off x="325447" y="3302787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atin typeface="Corbel" panose="020B0503020204020204" pitchFamily="34" charset="0"/>
                <a:ea typeface="Yu Gothic UI Semibold" panose="020B0700000000000000" pitchFamily="34" charset="-128"/>
              </a:rPr>
              <a:t>Biz   code</a:t>
            </a:r>
            <a:endParaRPr lang="en-IL" sz="24400" dirty="0">
              <a:latin typeface="Corbel" panose="020B0503020204020204" pitchFamily="34" charset="0"/>
              <a:ea typeface="Yu Gothic UI Semibold" panose="020B0700000000000000" pitchFamily="34" charset="-128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1FCB49-BFE8-BAC8-157C-E2CDDC2DED2A}"/>
              </a:ext>
            </a:extLst>
          </p:cNvPr>
          <p:cNvGrpSpPr>
            <a:grpSpLocks noChangeAspect="1"/>
          </p:cNvGrpSpPr>
          <p:nvPr/>
        </p:nvGrpSpPr>
        <p:grpSpPr>
          <a:xfrm>
            <a:off x="2186182" y="3543300"/>
            <a:ext cx="587916" cy="603976"/>
            <a:chOff x="1396142" y="1546127"/>
            <a:chExt cx="948304" cy="97420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AF2CA24-6EA1-A647-FBDE-4E4BEAC6155B}"/>
                </a:ext>
              </a:extLst>
            </p:cNvPr>
            <p:cNvSpPr/>
            <p:nvPr/>
          </p:nvSpPr>
          <p:spPr>
            <a:xfrm>
              <a:off x="1396142" y="1546127"/>
              <a:ext cx="948304" cy="974207"/>
            </a:xfrm>
            <a:prstGeom prst="rect">
              <a:avLst/>
            </a:prstGeom>
            <a:solidFill>
              <a:srgbClr val="D0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F9D8E8C-AECA-86C9-54D8-ED12FBAF8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08" t="18637" r="20896" b="18854"/>
            <a:stretch/>
          </p:blipFill>
          <p:spPr>
            <a:xfrm>
              <a:off x="1471962" y="1605527"/>
              <a:ext cx="800473" cy="855407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8A27AA2A-667B-00E6-AB32-74A5AB8DB0D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0F9ED5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462" y="3283737"/>
            <a:ext cx="1072852" cy="107285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EF355AFA-214B-AFF1-EA08-452DC110A321}"/>
              </a:ext>
            </a:extLst>
          </p:cNvPr>
          <p:cNvSpPr txBox="1">
            <a:spLocks/>
          </p:cNvSpPr>
          <p:nvPr/>
        </p:nvSpPr>
        <p:spPr>
          <a:xfrm>
            <a:off x="6295684" y="3302787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atin typeface="Corbel" panose="020B0503020204020204" pitchFamily="34" charset="0"/>
                <a:ea typeface="Yu Gothic UI Semibold" panose="020B0700000000000000" pitchFamily="34" charset="-128"/>
              </a:rPr>
              <a:t>Biz   code</a:t>
            </a:r>
            <a:endParaRPr lang="en-IL" sz="24400" dirty="0">
              <a:latin typeface="Corbel" panose="020B0503020204020204" pitchFamily="34" charset="0"/>
              <a:ea typeface="Yu Gothic UI Semibold" panose="020B0700000000000000" pitchFamily="34" charset="-12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190BC46-BDF6-E433-7627-CCDAE4B559E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0F9ED5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488" y="4837936"/>
            <a:ext cx="1512506" cy="1512506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AFFDE4A4-3878-E433-14B6-047D519EBB33}"/>
              </a:ext>
            </a:extLst>
          </p:cNvPr>
          <p:cNvSpPr txBox="1">
            <a:spLocks/>
          </p:cNvSpPr>
          <p:nvPr/>
        </p:nvSpPr>
        <p:spPr>
          <a:xfrm>
            <a:off x="6295683" y="5190410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atin typeface="Corbel" panose="020B0503020204020204" pitchFamily="34" charset="0"/>
                <a:ea typeface="Yu Gothic UI Semibold" panose="020B0700000000000000" pitchFamily="34" charset="-128"/>
              </a:rPr>
              <a:t>Biz    code</a:t>
            </a:r>
            <a:endParaRPr lang="en-IL" sz="24400" dirty="0">
              <a:latin typeface="Corbel" panose="020B0503020204020204" pitchFamily="34" charset="0"/>
              <a:ea typeface="Yu Gothic UI Semibold" panose="020B0700000000000000" pitchFamily="34" charset="-128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9B7A7FB-7575-7191-2481-8B7B11B502D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40" t="9949" r="8918" b="54888"/>
          <a:stretch/>
        </p:blipFill>
        <p:spPr>
          <a:xfrm>
            <a:off x="2083666" y="5226453"/>
            <a:ext cx="1033286" cy="991572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71D6DAEA-03BB-609C-B336-3E72EE72C3D2}"/>
              </a:ext>
            </a:extLst>
          </p:cNvPr>
          <p:cNvGrpSpPr/>
          <p:nvPr/>
        </p:nvGrpSpPr>
        <p:grpSpPr>
          <a:xfrm>
            <a:off x="6398681" y="2156469"/>
            <a:ext cx="5201265" cy="1047941"/>
            <a:chOff x="6398681" y="2156469"/>
            <a:chExt cx="5201265" cy="104794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DC1EA89-4D2A-58DE-2C97-36D64E753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626" t="12641" r="11220" b="55149"/>
            <a:stretch/>
          </p:blipFill>
          <p:spPr>
            <a:xfrm>
              <a:off x="8068351" y="2156469"/>
              <a:ext cx="952067" cy="984340"/>
            </a:xfrm>
            <a:prstGeom prst="rect">
              <a:avLst/>
            </a:prstGeom>
          </p:spPr>
        </p:pic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232CB68F-0284-22B8-099C-D421152DC098}"/>
                </a:ext>
              </a:extLst>
            </p:cNvPr>
            <p:cNvSpPr txBox="1">
              <a:spLocks/>
            </p:cNvSpPr>
            <p:nvPr/>
          </p:nvSpPr>
          <p:spPr>
            <a:xfrm>
              <a:off x="6398681" y="2212838"/>
              <a:ext cx="5201265" cy="99157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7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9600" dirty="0">
                  <a:latin typeface="Corbel" panose="020B0503020204020204" pitchFamily="34" charset="0"/>
                  <a:ea typeface="Yu Gothic UI Semibold" panose="020B0700000000000000" pitchFamily="34" charset="-128"/>
                </a:rPr>
                <a:t>biz    code</a:t>
              </a:r>
              <a:endParaRPr lang="en-IL" sz="24400" dirty="0">
                <a:latin typeface="Corbel" panose="020B0503020204020204" pitchFamily="34" charset="0"/>
                <a:ea typeface="Yu Gothic UI Semibold" panose="020B0700000000000000" pitchFamily="34" charset="-128"/>
              </a:endParaRPr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43306327-9BF8-7EC8-9E65-AF1B3AEE415D}"/>
              </a:ext>
            </a:extLst>
          </p:cNvPr>
          <p:cNvSpPr txBox="1">
            <a:spLocks/>
          </p:cNvSpPr>
          <p:nvPr/>
        </p:nvSpPr>
        <p:spPr>
          <a:xfrm>
            <a:off x="471394" y="5226453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atin typeface="Corbel" panose="020B0503020204020204" pitchFamily="34" charset="0"/>
                <a:ea typeface="Yu Gothic UI Semibold" panose="020B0700000000000000" pitchFamily="34" charset="-128"/>
              </a:rPr>
              <a:t>Biz    code</a:t>
            </a:r>
            <a:endParaRPr lang="en-IL" sz="24400" dirty="0">
              <a:latin typeface="Corbel" panose="020B0503020204020204" pitchFamily="34" charset="0"/>
              <a:ea typeface="Yu Gothic UI Semibold" panose="020B0700000000000000" pitchFamily="34" charset="-12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18ADA47-AB5E-1177-174C-FECC92910A50}"/>
              </a:ext>
            </a:extLst>
          </p:cNvPr>
          <p:cNvGrpSpPr/>
          <p:nvPr/>
        </p:nvGrpSpPr>
        <p:grpSpPr>
          <a:xfrm>
            <a:off x="471394" y="1935604"/>
            <a:ext cx="4775200" cy="1141649"/>
            <a:chOff x="3980180" y="5002594"/>
            <a:chExt cx="4775200" cy="114164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DD5C2FF-2FD4-A0DE-1AA2-7E45C8507D2C}"/>
                </a:ext>
              </a:extLst>
            </p:cNvPr>
            <p:cNvGrpSpPr/>
            <p:nvPr/>
          </p:nvGrpSpPr>
          <p:grpSpPr>
            <a:xfrm>
              <a:off x="3980180" y="5065330"/>
              <a:ext cx="4647626" cy="1015667"/>
              <a:chOff x="3980180" y="5065330"/>
              <a:chExt cx="4647626" cy="1015667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39062EA8-AFE9-AE0C-1A0C-BB2B54AB592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980180" y="5065330"/>
                <a:ext cx="4647626" cy="950176"/>
                <a:chOff x="1495026" y="3645806"/>
                <a:chExt cx="9274137" cy="1896035"/>
              </a:xfrm>
            </p:grpSpPr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34B36005-EC35-B92F-4BAC-903FF487AA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1269" r="23464"/>
                <a:stretch/>
              </p:blipFill>
              <p:spPr>
                <a:xfrm>
                  <a:off x="4280965" y="3645806"/>
                  <a:ext cx="1746455" cy="1896035"/>
                </a:xfrm>
                <a:prstGeom prst="rect">
                  <a:avLst/>
                </a:prstGeom>
              </p:spPr>
            </p:pic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B88217A2-188B-8A50-BCBF-FFFB608220FF}"/>
                    </a:ext>
                  </a:extLst>
                </p:cNvPr>
                <p:cNvSpPr/>
                <p:nvPr/>
              </p:nvSpPr>
              <p:spPr>
                <a:xfrm>
                  <a:off x="1495026" y="3760291"/>
                  <a:ext cx="3262189" cy="1668956"/>
                </a:xfrm>
                <a:prstGeom prst="roundRect">
                  <a:avLst/>
                </a:prstGeom>
                <a:solidFill>
                  <a:srgbClr val="2F84A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L"/>
                </a:p>
              </p:txBody>
            </p:sp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7909FD90-DE1D-0E68-3ADE-7B6F429B5C00}"/>
                    </a:ext>
                  </a:extLst>
                </p:cNvPr>
                <p:cNvSpPr/>
                <p:nvPr/>
              </p:nvSpPr>
              <p:spPr>
                <a:xfrm>
                  <a:off x="5970576" y="3759343"/>
                  <a:ext cx="4798587" cy="1668956"/>
                </a:xfrm>
                <a:prstGeom prst="roundRect">
                  <a:avLst/>
                </a:prstGeom>
                <a:solidFill>
                  <a:srgbClr val="92CD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L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A076BEB6-E719-9C0B-842E-0A3483BC59FE}"/>
                    </a:ext>
                  </a:extLst>
                </p:cNvPr>
                <p:cNvSpPr/>
                <p:nvPr/>
              </p:nvSpPr>
              <p:spPr>
                <a:xfrm>
                  <a:off x="5947963" y="3759343"/>
                  <a:ext cx="388620" cy="1668957"/>
                </a:xfrm>
                <a:prstGeom prst="rect">
                  <a:avLst/>
                </a:prstGeom>
                <a:solidFill>
                  <a:srgbClr val="92CD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L"/>
                </a:p>
              </p:txBody>
            </p:sp>
          </p:grpSp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B49B6510-161C-6F77-69F9-5CAA4E7275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10470" y="5089425"/>
                <a:ext cx="1584291" cy="99157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7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sz="7500" dirty="0">
                    <a:solidFill>
                      <a:schemeClr val="bg1"/>
                    </a:solidFill>
                    <a:latin typeface="Yu Gothic UI Semibold" panose="020B0700000000000000" pitchFamily="34" charset="-128"/>
                    <a:ea typeface="Yu Gothic UI Semibold" panose="020B0700000000000000" pitchFamily="34" charset="-128"/>
                  </a:rPr>
                  <a:t>biz</a:t>
                </a:r>
                <a:endParaRPr lang="en-IL" sz="14100" dirty="0">
                  <a:solidFill>
                    <a:schemeClr val="bg1"/>
                  </a:solidFill>
                  <a:latin typeface="Yu Gothic UI Semibold" panose="020B0700000000000000" pitchFamily="34" charset="-128"/>
                  <a:ea typeface="Yu Gothic UI Semibold" panose="020B0700000000000000" pitchFamily="34" charset="-128"/>
                </a:endParaRPr>
              </a:p>
            </p:txBody>
          </p:sp>
        </p:grpSp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9DA6EC98-1BD9-53C4-65E5-42AC77A47B3A}"/>
                </a:ext>
              </a:extLst>
            </p:cNvPr>
            <p:cNvSpPr txBox="1">
              <a:spLocks/>
            </p:cNvSpPr>
            <p:nvPr/>
          </p:nvSpPr>
          <p:spPr>
            <a:xfrm>
              <a:off x="6168466" y="5002594"/>
              <a:ext cx="2586914" cy="114164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7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7500" dirty="0">
                  <a:solidFill>
                    <a:schemeClr val="bg1"/>
                  </a:solidFill>
                  <a:latin typeface="Yu Gothic UI Semibold" panose="020B0700000000000000" pitchFamily="34" charset="-128"/>
                  <a:ea typeface="Yu Gothic UI Semibold" panose="020B0700000000000000" pitchFamily="34" charset="-128"/>
                </a:rPr>
                <a:t>code</a:t>
              </a:r>
              <a:endParaRPr lang="en-IL" sz="14100" dirty="0">
                <a:solidFill>
                  <a:schemeClr val="bg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4519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AD753BD-70FF-9D96-808F-30C1BF56F8C8}"/>
              </a:ext>
            </a:extLst>
          </p:cNvPr>
          <p:cNvSpPr/>
          <p:nvPr/>
        </p:nvSpPr>
        <p:spPr>
          <a:xfrm>
            <a:off x="914400" y="1711184"/>
            <a:ext cx="4878920" cy="29947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4DE32-0E57-1811-6707-2BAD3C2E78F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85" y="147235"/>
            <a:ext cx="5220429" cy="12193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EF9894-BF11-CE6B-11C1-08A4EABCEBC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265" y="147235"/>
            <a:ext cx="5220429" cy="1219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32FA61-9B04-A0EB-4C1E-ECC35B139DC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26" t="12641" r="11220" b="55149"/>
          <a:stretch/>
        </p:blipFill>
        <p:spPr>
          <a:xfrm>
            <a:off x="8192730" y="2400299"/>
            <a:ext cx="701490" cy="72526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4CE9AB2-EE57-FB47-5BAA-A8777A00F126}"/>
              </a:ext>
            </a:extLst>
          </p:cNvPr>
          <p:cNvSpPr txBox="1">
            <a:spLocks/>
          </p:cNvSpPr>
          <p:nvPr/>
        </p:nvSpPr>
        <p:spPr>
          <a:xfrm>
            <a:off x="6398681" y="2212838"/>
            <a:ext cx="5201265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atin typeface="Corbel" panose="020B0503020204020204" pitchFamily="34" charset="0"/>
                <a:ea typeface="Yu Gothic UI Semibold" panose="020B0700000000000000" pitchFamily="34" charset="-128"/>
              </a:rPr>
              <a:t>biz    code</a:t>
            </a:r>
            <a:endParaRPr lang="en-IL" sz="24400" dirty="0">
              <a:latin typeface="Corbel" panose="020B0503020204020204" pitchFamily="34" charset="0"/>
              <a:ea typeface="Yu Gothic UI Semibold" panose="020B0700000000000000" pitchFamily="34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663BD0-6EC2-FBAF-3EA2-5B28350E003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26" t="12641" r="11220" b="55149"/>
          <a:stretch/>
        </p:blipFill>
        <p:spPr>
          <a:xfrm>
            <a:off x="8181154" y="3642789"/>
            <a:ext cx="974419" cy="100745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B1CDFED-B6AF-1953-2E4B-A8CE8B6CEAEA}"/>
              </a:ext>
            </a:extLst>
          </p:cNvPr>
          <p:cNvSpPr txBox="1">
            <a:spLocks/>
          </p:cNvSpPr>
          <p:nvPr/>
        </p:nvSpPr>
        <p:spPr>
          <a:xfrm>
            <a:off x="6096001" y="3714358"/>
            <a:ext cx="6096000" cy="991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atin typeface="Corbel" panose="020B0503020204020204" pitchFamily="34" charset="0"/>
                <a:ea typeface="Yu Gothic UI Semibold" panose="020B0700000000000000" pitchFamily="34" charset="-128"/>
              </a:rPr>
              <a:t>biz     code</a:t>
            </a:r>
            <a:endParaRPr lang="en-IL" sz="24400" dirty="0">
              <a:latin typeface="Corbel" panose="020B0503020204020204" pitchFamily="34" charset="0"/>
              <a:ea typeface="Yu Gothic UI Semibold" panose="020B0700000000000000" pitchFamily="34" charset="-128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83641B-6F44-D66B-297B-4F36167F731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756" y="2525314"/>
            <a:ext cx="1219891" cy="11174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01F4D3F-01C0-88ED-A6D5-1AD25F5C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26" t="12641" r="11220" b="55149"/>
          <a:stretch/>
        </p:blipFill>
        <p:spPr>
          <a:xfrm>
            <a:off x="2790843" y="2523458"/>
            <a:ext cx="1220004" cy="126136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7DE9B143-DCF9-7BDF-1FF9-EA5A75740ED7}"/>
              </a:ext>
            </a:extLst>
          </p:cNvPr>
          <p:cNvGrpSpPr/>
          <p:nvPr/>
        </p:nvGrpSpPr>
        <p:grpSpPr>
          <a:xfrm>
            <a:off x="417121" y="5050509"/>
            <a:ext cx="6096000" cy="1261360"/>
            <a:chOff x="417121" y="5050509"/>
            <a:chExt cx="6096000" cy="126136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C36476A-B8B4-EE2D-7EE3-9F0C88058417}"/>
                </a:ext>
              </a:extLst>
            </p:cNvPr>
            <p:cNvSpPr/>
            <p:nvPr/>
          </p:nvSpPr>
          <p:spPr>
            <a:xfrm>
              <a:off x="640079" y="5050509"/>
              <a:ext cx="5758601" cy="1261360"/>
            </a:xfrm>
            <a:prstGeom prst="roundRect">
              <a:avLst>
                <a:gd name="adj" fmla="val 39189"/>
              </a:avLst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E1FB5F4-B399-8089-19E5-E21C497E033D}"/>
                </a:ext>
              </a:extLst>
            </p:cNvPr>
            <p:cNvSpPr/>
            <p:nvPr/>
          </p:nvSpPr>
          <p:spPr>
            <a:xfrm>
              <a:off x="2956560" y="5050509"/>
              <a:ext cx="3442121" cy="1261360"/>
            </a:xfrm>
            <a:prstGeom prst="roundRect">
              <a:avLst>
                <a:gd name="adj" fmla="val 3918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20936540-9DE7-5239-4D1B-F430A945C7B1}"/>
                </a:ext>
              </a:extLst>
            </p:cNvPr>
            <p:cNvSpPr txBox="1">
              <a:spLocks/>
            </p:cNvSpPr>
            <p:nvPr/>
          </p:nvSpPr>
          <p:spPr>
            <a:xfrm>
              <a:off x="417121" y="5185403"/>
              <a:ext cx="6096000" cy="99157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7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9600" dirty="0">
                  <a:solidFill>
                    <a:schemeClr val="bg1"/>
                  </a:solidFill>
                  <a:latin typeface="Corbel" panose="020B0503020204020204" pitchFamily="34" charset="0"/>
                  <a:ea typeface="Yu Gothic UI Semibold" panose="020B0700000000000000" pitchFamily="34" charset="-128"/>
                </a:rPr>
                <a:t>biz     code</a:t>
              </a:r>
              <a:endParaRPr lang="en-IL" sz="24400" dirty="0">
                <a:solidFill>
                  <a:schemeClr val="bg1"/>
                </a:solidFill>
                <a:latin typeface="Corbel" panose="020B0503020204020204" pitchFamily="34" charset="0"/>
                <a:ea typeface="Yu Gothic UI Semibold" panose="020B0700000000000000" pitchFamily="34" charset="-128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E75A4D7-A180-DF9E-4F1C-A24592EF3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9907" y="5150140"/>
              <a:ext cx="1253943" cy="1062098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B16CDBE5-71A3-FBF1-7721-47BD9CE55A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093" y="4819128"/>
            <a:ext cx="3103107" cy="186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775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F393A25-581B-E3BD-5C25-ADCA5EFE8629}"/>
              </a:ext>
            </a:extLst>
          </p:cNvPr>
          <p:cNvGrpSpPr/>
          <p:nvPr/>
        </p:nvGrpSpPr>
        <p:grpSpPr>
          <a:xfrm>
            <a:off x="470189" y="412437"/>
            <a:ext cx="6096000" cy="1261360"/>
            <a:chOff x="470189" y="412437"/>
            <a:chExt cx="6096000" cy="126136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3A6C226-035B-81E4-A169-1C2A430AA43E}"/>
                </a:ext>
              </a:extLst>
            </p:cNvPr>
            <p:cNvSpPr/>
            <p:nvPr/>
          </p:nvSpPr>
          <p:spPr>
            <a:xfrm>
              <a:off x="693709" y="412437"/>
              <a:ext cx="3268692" cy="1261360"/>
            </a:xfrm>
            <a:prstGeom prst="roundRect">
              <a:avLst>
                <a:gd name="adj" fmla="val 39189"/>
              </a:avLst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1FBBC30-4949-ABDB-72C4-D86FE75CE5FD}"/>
                </a:ext>
              </a:extLst>
            </p:cNvPr>
            <p:cNvSpPr/>
            <p:nvPr/>
          </p:nvSpPr>
          <p:spPr>
            <a:xfrm>
              <a:off x="3010189" y="412437"/>
              <a:ext cx="3215351" cy="1261360"/>
            </a:xfrm>
            <a:prstGeom prst="roundRect">
              <a:avLst>
                <a:gd name="adj" fmla="val 3918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85A2C90C-174B-0A1E-9DED-9D13D62FA92B}"/>
                </a:ext>
              </a:extLst>
            </p:cNvPr>
            <p:cNvSpPr txBox="1">
              <a:spLocks/>
            </p:cNvSpPr>
            <p:nvPr/>
          </p:nvSpPr>
          <p:spPr>
            <a:xfrm>
              <a:off x="470189" y="586216"/>
              <a:ext cx="6096000" cy="99157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7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9600" dirty="0">
                  <a:solidFill>
                    <a:schemeClr val="bg1"/>
                  </a:solidFill>
                  <a:latin typeface="Corbel" panose="020B0503020204020204" pitchFamily="34" charset="0"/>
                  <a:ea typeface="Yu Gothic UI Semibold" panose="020B0700000000000000" pitchFamily="34" charset="-128"/>
                </a:rPr>
                <a:t>biz     code</a:t>
              </a:r>
              <a:endParaRPr lang="en-IL" sz="24400" dirty="0">
                <a:solidFill>
                  <a:schemeClr val="bg1"/>
                </a:solidFill>
                <a:latin typeface="Corbel" panose="020B0503020204020204" pitchFamily="34" charset="0"/>
                <a:ea typeface="Yu Gothic UI Semibold" panose="020B0700000000000000" pitchFamily="34" charset="-128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264A725-D128-2304-C3F1-4C8D16DE9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3217" y="550953"/>
              <a:ext cx="1253943" cy="1062098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10C4B46-1FFB-ACD4-D465-377ACC0E85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9" t="12212" r="9360" b="24693"/>
          <a:stretch/>
        </p:blipFill>
        <p:spPr>
          <a:xfrm>
            <a:off x="416905" y="2553720"/>
            <a:ext cx="5808635" cy="15443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E4FD76-736F-FC28-F603-3ACEA739A7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5" t="16961" r="7927" b="27942"/>
          <a:stretch/>
        </p:blipFill>
        <p:spPr>
          <a:xfrm>
            <a:off x="396241" y="4714240"/>
            <a:ext cx="569976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22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 [1785659908866]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F81F213-7F96-4B2F-B012-5921FED5254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cbc0d27-3bfa-4b27-88ab-328d40f0eaf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63</Words>
  <Application>Microsoft Office PowerPoint</Application>
  <PresentationFormat>Widescreen</PresentationFormat>
  <Paragraphs>38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24" baseType="lpstr">
      <vt:lpstr>Yu Gothic UI Semibold</vt:lpstr>
      <vt:lpstr>Aharoni</vt:lpstr>
      <vt:lpstr>Aptos</vt:lpstr>
      <vt:lpstr>Aptos Display</vt:lpstr>
      <vt:lpstr>Arial</vt:lpstr>
      <vt:lpstr>Bahnschrift</vt:lpstr>
      <vt:lpstr>Bahnschrift Light Condensed</vt:lpstr>
      <vt:lpstr>Calibri</vt:lpstr>
      <vt:lpstr>Cambria</vt:lpstr>
      <vt:lpstr>Century Gothic</vt:lpstr>
      <vt:lpstr>Corbel</vt:lpstr>
      <vt:lpstr>Tahoma</vt:lpstr>
      <vt:lpstr>Times New Roman</vt:lpstr>
      <vt:lpstr>Office Theme</vt:lpstr>
      <vt:lpstr>Office Theme</vt:lpstr>
      <vt:lpstr>Office Theme [1785659908866]</vt:lpstr>
      <vt:lpstr>Biz2Code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Ariel Zinger</dc:creator>
  <cp:lastModifiedBy>Ariel Zinger</cp:lastModifiedBy>
  <cp:revision>16</cp:revision>
  <dcterms:created xsi:type="dcterms:W3CDTF">2026-08-02T07:16:27Z</dcterms:created>
  <dcterms:modified xsi:type="dcterms:W3CDTF">2026-08-02T11:13:11Z</dcterms:modified>
</cp:coreProperties>
</file>