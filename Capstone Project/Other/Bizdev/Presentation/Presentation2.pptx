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55A3-D94A-DA55-A373-A621A741C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0B1CA-20E9-81EE-1EC6-5B2A1C0F2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B3182-D3D8-B0F2-A60A-A62C51E3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40593-32C0-15E1-5EF9-9CEA2C2F7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67415-F4B1-B2B3-7D00-1DA89D1C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958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0B35-3DF1-193D-6EFD-12F0619D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EFAFF-3DCE-8D86-1C05-3411C337C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BABD-6C37-682E-B7EF-B0E6D79A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19597-59E7-74FD-A80B-FDED9CD5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55BCC-0D70-20EA-05EB-F87700F6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75652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2DBB-62CA-ACE0-DD1C-7347D926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D2C0B-24DE-DC2B-F13A-69370C2F7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C8AA8-B27D-6FCB-C8B9-5BC344F8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74539-1725-13E0-27E7-EBC41AFD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50BD2-37CE-11D8-208B-B20701D3A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337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9460D-51D9-FF4F-DBF5-658B4EBE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DB60A-75C7-8A46-21CC-D45022AB8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2A11B-A86F-7937-4C5D-B808878E4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66378-38B0-65EE-D959-8F8B53FD8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3FDE0-66D9-13F7-1E1F-4E02F85C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06C23-44F1-A490-6751-16900382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0999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2E16-A2BC-C773-6B8F-EC3C38CA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C2A5F-906C-D768-0584-52D16CFC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2BF0E-2E9B-E14C-79DC-2B71D3DC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70C2E-E693-9D68-5605-5C4B8DD7C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C267F9-1B8D-1BC7-4660-322059880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3A6FC-C429-9086-8988-E4787E84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E75FE-B34E-C301-4157-7C486C01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7402A-C39F-2036-2916-1B927F0D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0327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78CF-0843-9B5A-6271-0D7D110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A631D-5D59-4E10-BCBB-0FC3659EA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D2B0E-E148-D3C2-8017-D76648C4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39983-0DCA-1B6C-B079-95D85833B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18141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E2FF6-7551-F4E6-2773-5F59F1CA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07CA8-5946-3625-9C3B-B796638F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83359-54C9-C22C-D8C4-0EB4016B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8241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6DE2-FDF7-695F-EBE9-44B8ADF91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D7A11-0AF4-B070-FA06-F6E8FA05A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59B2D-CB58-FDDC-1A1A-2A9EE711D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3D723-E1E6-1D72-A0C1-2CD3DCF9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97BC9-796A-EBB4-3E0A-0EC2AFA1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7EFD3-78F1-ED55-25C8-F8C4D14E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625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625E6-F824-EC71-0E3E-214BDE656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30A34-F826-7F9F-B198-DB02BD9C5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10380-DD6B-E1AE-482A-8DA653CDF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D5470-A675-D008-C20E-3207838B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36BA8-AB9F-A15E-CAB4-DBDDE209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F8961-3450-E261-A324-6212E62F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6983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C2B71-3B50-C567-1F75-A45C0322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9298F-5EDA-B282-A405-07B45BBB9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67E50-8F9C-6153-716E-4143C13E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DF45-9797-6967-43AF-78C8E1871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D43DF-742A-A0C2-B69A-0843A297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3869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23A71-13B9-F5C0-9D5D-B678843CE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14C6A-A73D-C05C-FD34-BF6AE1CA3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46017-42C4-6991-1CBA-68D4DC54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6E8A6-9603-47A2-06A8-EE8FAFD5B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FE9E0-82E5-26DF-4AE0-3F9563BD0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358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83CA9F-8B6A-F37E-B3D3-2EFF7AE9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84CCC-15E3-3A85-D410-81659B058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CE428-1E2D-C7A8-91A3-4B33F78AE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B7734-04B1-4370-A61F-5D1E6873139D}" type="datetimeFigureOut">
              <a:rPr lang="en-IL" smtClean="0"/>
              <a:t>04/08/2026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4A556-2CD8-B72A-79D3-75BE255EB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F89D3-4000-A00A-F1A7-E8F5CB4EB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9E997-C62C-4D88-A88C-2E02BA84041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900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51B0EE-60D1-DFD1-3F49-AF8C35F8AE2F}"/>
              </a:ext>
            </a:extLst>
          </p:cNvPr>
          <p:cNvSpPr/>
          <p:nvPr/>
        </p:nvSpPr>
        <p:spPr>
          <a:xfrm>
            <a:off x="6354147" y="-1"/>
            <a:ext cx="586992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171AD115-2F57-8F3F-5EC2-867A7FEFB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0717" y="3999303"/>
            <a:ext cx="5028228" cy="1761810"/>
          </a:xfrm>
        </p:spPr>
        <p:txBody>
          <a:bodyPr>
            <a:noAutofit/>
          </a:bodyPr>
          <a:lstStyle/>
          <a:p>
            <a:r>
              <a:rPr kumimoji="0" lang="en-IL" altLang="en-IL" sz="6000" b="1" i="0" u="none" strike="noStrike" normalizeH="0" baseline="0" dirty="0">
                <a:solidFill>
                  <a:schemeClr val="accent1">
                    <a:lumMod val="50000"/>
                  </a:scheme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Validate first Build </a:t>
            </a:r>
            <a:r>
              <a:rPr lang="en-US" altLang="en-IL" sz="6000" b="1" dirty="0">
                <a:solidFill>
                  <a:schemeClr val="accent1">
                    <a:lumMod val="50000"/>
                  </a:scheme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later</a:t>
            </a:r>
            <a:endParaRPr kumimoji="0" lang="en-US" altLang="en-IL" sz="6000" b="1" i="0" u="none" strike="noStrike" normalizeH="0" baseline="0" dirty="0">
              <a:solidFill>
                <a:schemeClr val="accent1">
                  <a:lumMod val="50000"/>
                </a:schemeClr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494FD4-DD8D-D158-D5C8-60303A97C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453" y="317473"/>
            <a:ext cx="6171547" cy="20944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26E618-09E1-EB3E-7871-2BA1F0643B2B}"/>
              </a:ext>
            </a:extLst>
          </p:cNvPr>
          <p:cNvSpPr txBox="1"/>
          <p:nvPr/>
        </p:nvSpPr>
        <p:spPr>
          <a:xfrm>
            <a:off x="8355232" y="5986390"/>
            <a:ext cx="1867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Deck presentation</a:t>
            </a:r>
          </a:p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Aug 2026</a:t>
            </a:r>
            <a:endParaRPr lang="en-IL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9AD01D-4968-A457-786A-802B69194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1812" cy="6857999"/>
          </a:xfrm>
          <a:prstGeom prst="homePlate">
            <a:avLst/>
          </a:prstGeom>
        </p:spPr>
      </p:pic>
    </p:spTree>
    <p:extLst>
      <p:ext uri="{BB962C8B-B14F-4D97-AF65-F5344CB8AC3E}">
        <p14:creationId xmlns:p14="http://schemas.microsoft.com/office/powerpoint/2010/main" val="126871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4838-267F-2C48-3E7E-16A151E85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D448B-1CE9-A75F-E65F-CA1F914D0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4680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Microsoft Sans Serif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Ariel Zinger</dc:creator>
  <cp:lastModifiedBy>Ariel Zinger</cp:lastModifiedBy>
  <cp:revision>1</cp:revision>
  <dcterms:created xsi:type="dcterms:W3CDTF">2026-08-04T09:24:56Z</dcterms:created>
  <dcterms:modified xsi:type="dcterms:W3CDTF">2026-08-04T09:24:56Z</dcterms:modified>
</cp:coreProperties>
</file>