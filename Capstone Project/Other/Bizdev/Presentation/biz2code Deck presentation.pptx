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handoutMasterIdLst>
    <p:handoutMasterId r:id="rId13"/>
  </p:handoutMasterIdLst>
  <p:sldIdLst>
    <p:sldId id="257" r:id="rId2"/>
    <p:sldId id="266" r:id="rId3"/>
    <p:sldId id="272" r:id="rId4"/>
    <p:sldId id="273" r:id="rId5"/>
    <p:sldId id="282" r:id="rId6"/>
    <p:sldId id="286" r:id="rId7"/>
    <p:sldId id="289" r:id="rId8"/>
    <p:sldId id="293" r:id="rId9"/>
    <p:sldId id="298" r:id="rId10"/>
    <p:sldId id="30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810" autoAdjust="0"/>
  </p:normalViewPr>
  <p:slideViewPr>
    <p:cSldViewPr snapToGrid="0" showGuides="1">
      <p:cViewPr>
        <p:scale>
          <a:sx n="66" d="100"/>
          <a:sy n="66" d="100"/>
        </p:scale>
        <p:origin x="1330" y="413"/>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IL"/>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551-4D21-A6E0-75AB23CDD3BD}"/>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551-4D21-A6E0-75AB23CDD3BD}"/>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551-4D21-A6E0-75AB23CDD3BD}"/>
            </c:ext>
          </c:extLst>
        </c:ser>
        <c:dLbls>
          <c:showLegendKey val="0"/>
          <c:showVal val="0"/>
          <c:showCatName val="0"/>
          <c:showSerName val="0"/>
          <c:showPercent val="0"/>
          <c:showBubbleSize val="0"/>
        </c:dLbls>
        <c:gapWidth val="219"/>
        <c:overlap val="-27"/>
        <c:axId val="789432768"/>
        <c:axId val="1101095584"/>
      </c:barChart>
      <c:catAx>
        <c:axId val="789432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IL"/>
          </a:p>
        </c:txPr>
        <c:crossAx val="1101095584"/>
        <c:crosses val="autoZero"/>
        <c:auto val="1"/>
        <c:lblAlgn val="ctr"/>
        <c:lblOffset val="100"/>
        <c:noMultiLvlLbl val="0"/>
      </c:catAx>
      <c:valAx>
        <c:axId val="11010955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IL"/>
          </a:p>
        </c:txPr>
        <c:crossAx val="7894327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8/4/2026</a:t>
            </a:fld>
            <a:endParaRPr lang="en-US" dirty="0"/>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dirty="0"/>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8/4/2026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dirty="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endParaRPr lang="en-US" noProof="0" dirty="0"/>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endParaRPr lang="en-US" dirty="0"/>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endParaRPr lang="en-US" dirty="0"/>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dirty="0"/>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endParaRPr lang="en-US" dirty="0"/>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dirty="0"/>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38.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43.xml"/><Relationship Id="rId5" Type="http://schemas.openxmlformats.org/officeDocument/2006/relationships/image" Target="../media/image22.jpeg"/><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CD754BF-FF5B-9588-FB18-72AE7935074D}"/>
              </a:ext>
            </a:extLst>
          </p:cNvPr>
          <p:cNvSpPr/>
          <p:nvPr/>
        </p:nvSpPr>
        <p:spPr>
          <a:xfrm>
            <a:off x="6354147" y="-1"/>
            <a:ext cx="586992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dirty="0"/>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a:xfrm>
            <a:off x="6900717" y="3999303"/>
            <a:ext cx="5028228" cy="1761810"/>
          </a:xfrm>
        </p:spPr>
        <p:txBody>
          <a:bodyPr>
            <a:noAutofit/>
          </a:bodyPr>
          <a:lstStyle/>
          <a:p>
            <a:r>
              <a:rPr kumimoji="0" lang="en-IL" altLang="en-IL" sz="6000" b="1" i="0" u="none" strike="noStrike" normalizeH="0" baseline="0" dirty="0">
                <a:solidFill>
                  <a:schemeClr val="accent1">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Validate first Build </a:t>
            </a:r>
            <a:r>
              <a:rPr lang="en-US" altLang="en-IL" sz="6000" b="1" dirty="0">
                <a:solidFill>
                  <a:schemeClr val="accent1">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rPr>
              <a:t>later</a:t>
            </a:r>
            <a:endParaRPr kumimoji="0" lang="en-US" altLang="en-IL" sz="6000" b="1" i="0" u="none" strike="noStrike" normalizeH="0" baseline="0" dirty="0">
              <a:solidFill>
                <a:schemeClr val="accent1">
                  <a:lumMod val="50000"/>
                </a:schemeClr>
              </a:solidFill>
              <a:latin typeface="Microsoft Sans Serif" panose="020B0604020202020204" pitchFamily="34" charset="0"/>
              <a:ea typeface="Microsoft Sans Serif" panose="020B0604020202020204" pitchFamily="34" charset="0"/>
              <a:cs typeface="Microsoft Sans Serif" panose="020B0604020202020204" pitchFamily="34" charset="0"/>
            </a:endParaRPr>
          </a:p>
        </p:txBody>
      </p:sp>
      <p:pic>
        <p:nvPicPr>
          <p:cNvPr id="14" name="Picture 13">
            <a:extLst>
              <a:ext uri="{FF2B5EF4-FFF2-40B4-BE49-F238E27FC236}">
                <a16:creationId xmlns:a16="http://schemas.microsoft.com/office/drawing/2014/main" id="{BCC79642-6C8F-8269-FEDF-C78024E59A63}"/>
              </a:ext>
            </a:extLst>
          </p:cNvPr>
          <p:cNvPicPr>
            <a:picLocks noChangeAspect="1"/>
          </p:cNvPicPr>
          <p:nvPr/>
        </p:nvPicPr>
        <p:blipFill>
          <a:blip r:embed="rId2"/>
          <a:stretch>
            <a:fillRect/>
          </a:stretch>
        </p:blipFill>
        <p:spPr>
          <a:xfrm>
            <a:off x="6203335" y="1334510"/>
            <a:ext cx="6171547" cy="2094489"/>
          </a:xfrm>
          <a:prstGeom prst="rect">
            <a:avLst/>
          </a:prstGeom>
        </p:spPr>
      </p:pic>
      <p:sp>
        <p:nvSpPr>
          <p:cNvPr id="16" name="TextBox 15">
            <a:extLst>
              <a:ext uri="{FF2B5EF4-FFF2-40B4-BE49-F238E27FC236}">
                <a16:creationId xmlns:a16="http://schemas.microsoft.com/office/drawing/2014/main" id="{326E923B-43C9-738A-0B05-FD8F163CBA47}"/>
              </a:ext>
            </a:extLst>
          </p:cNvPr>
          <p:cNvSpPr txBox="1"/>
          <p:nvPr/>
        </p:nvSpPr>
        <p:spPr>
          <a:xfrm>
            <a:off x="8355232" y="5986390"/>
            <a:ext cx="1867755" cy="646331"/>
          </a:xfrm>
          <a:prstGeom prst="rect">
            <a:avLst/>
          </a:prstGeom>
          <a:noFill/>
        </p:spPr>
        <p:txBody>
          <a:bodyPr wrap="square" rtlCol="0">
            <a:spAutoFit/>
          </a:bodyPr>
          <a:lstStyle/>
          <a:p>
            <a:pPr algn="ctr"/>
            <a:r>
              <a:rPr lang="en-US" dirty="0">
                <a:solidFill>
                  <a:schemeClr val="bg1">
                    <a:lumMod val="65000"/>
                  </a:schemeClr>
                </a:solidFill>
              </a:rPr>
              <a:t>Deck presentation</a:t>
            </a:r>
          </a:p>
          <a:p>
            <a:pPr algn="ctr"/>
            <a:r>
              <a:rPr lang="en-US" dirty="0">
                <a:solidFill>
                  <a:schemeClr val="bg1">
                    <a:lumMod val="65000"/>
                  </a:schemeClr>
                </a:solidFill>
              </a:rPr>
              <a:t>Aug 2026</a:t>
            </a:r>
            <a:endParaRPr lang="en-IL" dirty="0">
              <a:solidFill>
                <a:schemeClr val="bg1">
                  <a:lumMod val="65000"/>
                </a:schemeClr>
              </a:solidFill>
            </a:endParaRPr>
          </a:p>
        </p:txBody>
      </p:sp>
      <p:pic>
        <p:nvPicPr>
          <p:cNvPr id="1028" name="Picture 4" descr="Business Futuristic Concept Stock Photo - Image of button, plan: 64695296">
            <a:extLst>
              <a:ext uri="{FF2B5EF4-FFF2-40B4-BE49-F238E27FC236}">
                <a16:creationId xmlns:a16="http://schemas.microsoft.com/office/drawing/2014/main" id="{FD869D2C-6654-3C8A-E4BF-BD8DA7D8C30A}"/>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20635" r="20635"/>
          <a:stretch>
            <a:fillRect/>
          </a:stretch>
        </p:blipFill>
        <p:spPr bwMode="auto">
          <a:xfrm>
            <a:off x="320057" y="1"/>
            <a:ext cx="6034088"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49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p:txBody>
          <a:bodyPr/>
          <a:lstStyle/>
          <a:p>
            <a:r>
              <a:rPr lang="en-US" dirty="0"/>
              <a:t>Slide Title</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p:txBody>
          <a:bodyPr/>
          <a:lstStyle/>
          <a:p>
            <a:r>
              <a:rPr lang="en-US" dirty="0"/>
              <a:t>Lorem ipsum dolor sit amet, consectetur adipiscing elit</a:t>
            </a:r>
          </a:p>
          <a:p>
            <a:r>
              <a:rPr lang="en-US" dirty="0"/>
              <a:t>Lorem ipsum dolor sit amet, consectetur adipiscing elit</a:t>
            </a:r>
          </a:p>
          <a:p>
            <a:r>
              <a:rPr lang="en-US" dirty="0"/>
              <a:t>Lorem ipsum dolor sit amet, consectetur adipiscing elit</a:t>
            </a:r>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a:lstStyle/>
          <a:p>
            <a:fld id="{03DC2DEF-D2FE-4B45-ABA4-9F153FD1C98A}" type="slidenum">
              <a:rPr lang="en-US" smtClean="0"/>
              <a:t>2</a:t>
            </a:fld>
            <a:endParaRPr lang="en-US" dirty="0"/>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30031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p:txBody>
          <a:bodyPr/>
          <a:lstStyle/>
          <a:p>
            <a:r>
              <a:rPr lang="en-US" dirty="0"/>
              <a:t>Slide Title</a:t>
            </a:r>
          </a:p>
        </p:txBody>
      </p:sp>
      <p:sp>
        <p:nvSpPr>
          <p:cNvPr id="3" name="Slide Number Placeholder 2">
            <a:extLst>
              <a:ext uri="{FF2B5EF4-FFF2-40B4-BE49-F238E27FC236}">
                <a16:creationId xmlns:a16="http://schemas.microsoft.com/office/drawing/2014/main" id="{C9D622C3-EE4F-4FB9-94FB-550563528286}"/>
              </a:ext>
            </a:extLst>
          </p:cNvPr>
          <p:cNvSpPr>
            <a:spLocks noGrp="1"/>
          </p:cNvSpPr>
          <p:nvPr>
            <p:ph type="sldNum" sz="quarter" idx="12"/>
          </p:nvPr>
        </p:nvSpPr>
        <p:spPr/>
        <p:txBody>
          <a:bodyPr/>
          <a:lstStyle/>
          <a:p>
            <a:fld id="{03DC2DEF-D2FE-4B45-ABA4-9F153FD1C98A}" type="slidenum">
              <a:rPr lang="en-US" smtClean="0"/>
              <a:t>3</a:t>
            </a:fld>
            <a:endParaRPr lang="en-US" dirty="0"/>
          </a:p>
        </p:txBody>
      </p:sp>
      <p:pic>
        <p:nvPicPr>
          <p:cNvPr id="8" name="Picture Placeholder 7">
            <a:extLst>
              <a:ext uri="{FF2B5EF4-FFF2-40B4-BE49-F238E27FC236}">
                <a16:creationId xmlns:a16="http://schemas.microsoft.com/office/drawing/2014/main" id="{2DE860BC-070C-49AE-AF30-7F05D59402B6}"/>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46288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1932C-7145-4FBD-B81D-9ADC42401B87}"/>
              </a:ext>
            </a:extLst>
          </p:cNvPr>
          <p:cNvSpPr>
            <a:spLocks noGrp="1"/>
          </p:cNvSpPr>
          <p:nvPr>
            <p:ph type="title"/>
          </p:nvPr>
        </p:nvSpPr>
        <p:spPr/>
        <p:txBody>
          <a:bodyPr/>
          <a:lstStyle/>
          <a:p>
            <a:r>
              <a:rPr lang="en-US" dirty="0"/>
              <a:t>Slide Title</a:t>
            </a:r>
          </a:p>
        </p:txBody>
      </p:sp>
      <p:sp>
        <p:nvSpPr>
          <p:cNvPr id="6" name="Content Placeholder 5">
            <a:extLst>
              <a:ext uri="{FF2B5EF4-FFF2-40B4-BE49-F238E27FC236}">
                <a16:creationId xmlns:a16="http://schemas.microsoft.com/office/drawing/2014/main" id="{33DA7B46-E592-40C7-91D7-A26B47A30C67}"/>
              </a:ext>
            </a:extLst>
          </p:cNvPr>
          <p:cNvSpPr>
            <a:spLocks noGrp="1"/>
          </p:cNvSpPr>
          <p:nvPr>
            <p:ph sz="half" idx="1"/>
          </p:nvPr>
        </p:nvSpPr>
        <p:spPr/>
        <p:txBody>
          <a:bodyPr/>
          <a:lstStyle/>
          <a:p>
            <a:r>
              <a:rPr lang="en-US" dirty="0"/>
              <a:t>Lorem ipsum dolor sit amet, consectetur adipiscing elit</a:t>
            </a:r>
          </a:p>
          <a:p>
            <a:r>
              <a:rPr lang="en-US" dirty="0"/>
              <a:t>Lorem ipsum dolor sit amet, consectetur adipiscing elit</a:t>
            </a:r>
          </a:p>
          <a:p>
            <a:r>
              <a:rPr lang="en-US" dirty="0"/>
              <a:t>Lorem ipsum dolor sit amet, consectetur adipiscing elit</a:t>
            </a:r>
          </a:p>
        </p:txBody>
      </p:sp>
      <p:sp>
        <p:nvSpPr>
          <p:cNvPr id="7" name="Content Placeholder 6">
            <a:extLst>
              <a:ext uri="{FF2B5EF4-FFF2-40B4-BE49-F238E27FC236}">
                <a16:creationId xmlns:a16="http://schemas.microsoft.com/office/drawing/2014/main" id="{A7F42263-DE86-44BB-AC19-CD7982D365B2}"/>
              </a:ext>
            </a:extLst>
          </p:cNvPr>
          <p:cNvSpPr>
            <a:spLocks noGrp="1"/>
          </p:cNvSpPr>
          <p:nvPr>
            <p:ph sz="half" idx="2"/>
          </p:nvPr>
        </p:nvSpPr>
        <p:spPr/>
        <p:txBody>
          <a:bodyPr/>
          <a:lstStyle/>
          <a:p>
            <a:r>
              <a:rPr lang="en-US" dirty="0"/>
              <a:t>Lorem ipsum dolor sit amet, consectetur adipiscing elit</a:t>
            </a:r>
          </a:p>
          <a:p>
            <a:r>
              <a:rPr lang="en-US" dirty="0"/>
              <a:t>Lorem ipsum dolor sit amet, consectetur adipiscing elit</a:t>
            </a:r>
          </a:p>
          <a:p>
            <a:r>
              <a:rPr lang="en-US" dirty="0"/>
              <a:t>Lorem ipsum dolor sit amet, consectetur adipiscing elit</a:t>
            </a:r>
          </a:p>
        </p:txBody>
      </p:sp>
      <p:sp>
        <p:nvSpPr>
          <p:cNvPr id="3" name="Slide Number Placeholder 2">
            <a:extLst>
              <a:ext uri="{FF2B5EF4-FFF2-40B4-BE49-F238E27FC236}">
                <a16:creationId xmlns:a16="http://schemas.microsoft.com/office/drawing/2014/main" id="{774AF259-0EA0-486A-A345-68549DF558C8}"/>
              </a:ext>
            </a:extLst>
          </p:cNvPr>
          <p:cNvSpPr>
            <a:spLocks noGrp="1"/>
          </p:cNvSpPr>
          <p:nvPr>
            <p:ph type="sldNum" sz="quarter" idx="12"/>
          </p:nvPr>
        </p:nvSpPr>
        <p:spPr/>
        <p:txBody>
          <a:bodyPr/>
          <a:lstStyle/>
          <a:p>
            <a:fld id="{03DC2DEF-D2FE-4B45-ABA4-9F153FD1C98A}" type="slidenum">
              <a:rPr lang="en-US" smtClean="0"/>
              <a:t>4</a:t>
            </a:fld>
            <a:endParaRPr lang="en-US" dirty="0"/>
          </a:p>
        </p:txBody>
      </p:sp>
      <p:pic>
        <p:nvPicPr>
          <p:cNvPr id="11" name="Picture Placeholder 12">
            <a:extLst>
              <a:ext uri="{FF2B5EF4-FFF2-40B4-BE49-F238E27FC236}">
                <a16:creationId xmlns:a16="http://schemas.microsoft.com/office/drawing/2014/main" id="{D38CA64A-11C5-4BD7-8A2D-E6D58794D6DC}"/>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l="48757" t="-231" r="16551" b="231"/>
          <a:stretch/>
        </p:blipFill>
        <p:spPr>
          <a:xfrm>
            <a:off x="3967163" y="1233488"/>
            <a:ext cx="4257675" cy="5148262"/>
          </a:xfrm>
        </p:spPr>
      </p:pic>
    </p:spTree>
    <p:extLst>
      <p:ext uri="{BB962C8B-B14F-4D97-AF65-F5344CB8AC3E}">
        <p14:creationId xmlns:p14="http://schemas.microsoft.com/office/powerpoint/2010/main" val="3242389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18B7855D-2DE6-49A4-BA98-97404403C66B}"/>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96070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EF48F30-BEB4-44C7-9F35-3BBB61CF89AF}"/>
              </a:ext>
            </a:extLst>
          </p:cNvPr>
          <p:cNvSpPr>
            <a:spLocks noGrp="1"/>
          </p:cNvSpPr>
          <p:nvPr>
            <p:ph type="title"/>
          </p:nvPr>
        </p:nvSpPr>
        <p:spPr/>
        <p:txBody>
          <a:bodyPr/>
          <a:lstStyle/>
          <a:p>
            <a:r>
              <a:rPr lang="en-US" dirty="0"/>
              <a:t>Slide Title</a:t>
            </a:r>
          </a:p>
        </p:txBody>
      </p:sp>
      <p:sp>
        <p:nvSpPr>
          <p:cNvPr id="3" name="Slide Number Placeholder 2">
            <a:extLst>
              <a:ext uri="{FF2B5EF4-FFF2-40B4-BE49-F238E27FC236}">
                <a16:creationId xmlns:a16="http://schemas.microsoft.com/office/drawing/2014/main" id="{FE60433D-E380-4571-991C-16B6CE7A48BE}"/>
              </a:ext>
            </a:extLst>
          </p:cNvPr>
          <p:cNvSpPr>
            <a:spLocks noGrp="1"/>
          </p:cNvSpPr>
          <p:nvPr>
            <p:ph type="sldNum" sz="quarter" idx="12"/>
          </p:nvPr>
        </p:nvSpPr>
        <p:spPr/>
        <p:txBody>
          <a:bodyPr/>
          <a:lstStyle/>
          <a:p>
            <a:fld id="{03DC2DEF-D2FE-4B45-ABA4-9F153FD1C98A}" type="slidenum">
              <a:rPr lang="en-US" smtClean="0"/>
              <a:t>6</a:t>
            </a:fld>
            <a:endParaRPr lang="en-US" dirty="0"/>
          </a:p>
        </p:txBody>
      </p:sp>
      <p:sp>
        <p:nvSpPr>
          <p:cNvPr id="12" name="Text Placeholder 11">
            <a:extLst>
              <a:ext uri="{FF2B5EF4-FFF2-40B4-BE49-F238E27FC236}">
                <a16:creationId xmlns:a16="http://schemas.microsoft.com/office/drawing/2014/main" id="{4241C871-580D-4A29-A334-0208A8E479B9}"/>
              </a:ext>
            </a:extLst>
          </p:cNvPr>
          <p:cNvSpPr>
            <a:spLocks noGrp="1"/>
          </p:cNvSpPr>
          <p:nvPr>
            <p:ph type="body" sz="quarter" idx="3"/>
          </p:nvPr>
        </p:nvSpPr>
        <p:spPr/>
        <p:txBody>
          <a:bodyPr/>
          <a:lstStyle/>
          <a:p>
            <a:r>
              <a:rPr lang="en-US" dirty="0"/>
              <a:t>Lorem ipsum dolor sit amet</a:t>
            </a:r>
          </a:p>
        </p:txBody>
      </p:sp>
      <p:sp>
        <p:nvSpPr>
          <p:cNvPr id="13" name="Content Placeholder 12">
            <a:extLst>
              <a:ext uri="{FF2B5EF4-FFF2-40B4-BE49-F238E27FC236}">
                <a16:creationId xmlns:a16="http://schemas.microsoft.com/office/drawing/2014/main" id="{0097C6D9-3930-4866-9E88-F17648880044}"/>
              </a:ext>
            </a:extLst>
          </p:cNvPr>
          <p:cNvSpPr>
            <a:spLocks noGrp="1"/>
          </p:cNvSpPr>
          <p:nvPr>
            <p:ph sz="quarter" idx="4"/>
          </p:nvPr>
        </p:nvSpPr>
        <p:spPr/>
        <p:txBody>
          <a:bodyPr/>
          <a:lstStyle/>
          <a:p>
            <a:r>
              <a:rPr lang="en-US" dirty="0"/>
              <a:t>Lorem ipsum dolor sit amet, consectetur adipiscing elit</a:t>
            </a:r>
          </a:p>
          <a:p>
            <a:r>
              <a:rPr lang="en-US" dirty="0"/>
              <a:t>Lorem ipsum dolor sit amet, consectetur adipiscing elit</a:t>
            </a:r>
          </a:p>
          <a:p>
            <a:r>
              <a:rPr lang="en-US" dirty="0"/>
              <a:t>Lorem ipsum dolor sit amet, consectetur adipiscing elit</a:t>
            </a:r>
          </a:p>
        </p:txBody>
      </p:sp>
      <p:sp>
        <p:nvSpPr>
          <p:cNvPr id="10" name="Text Placeholder 9">
            <a:extLst>
              <a:ext uri="{FF2B5EF4-FFF2-40B4-BE49-F238E27FC236}">
                <a16:creationId xmlns:a16="http://schemas.microsoft.com/office/drawing/2014/main" id="{41B8DC8C-1FD7-4773-B07E-7E4432766A4E}"/>
              </a:ext>
            </a:extLst>
          </p:cNvPr>
          <p:cNvSpPr>
            <a:spLocks noGrp="1"/>
          </p:cNvSpPr>
          <p:nvPr>
            <p:ph type="body" idx="1"/>
          </p:nvPr>
        </p:nvSpPr>
        <p:spPr/>
        <p:txBody>
          <a:bodyPr/>
          <a:lstStyle/>
          <a:p>
            <a:r>
              <a:rPr lang="en-US" dirty="0"/>
              <a:t>Lorem ipsum dolor sit amet</a:t>
            </a:r>
          </a:p>
        </p:txBody>
      </p:sp>
      <p:sp>
        <p:nvSpPr>
          <p:cNvPr id="11" name="Content Placeholder 10">
            <a:extLst>
              <a:ext uri="{FF2B5EF4-FFF2-40B4-BE49-F238E27FC236}">
                <a16:creationId xmlns:a16="http://schemas.microsoft.com/office/drawing/2014/main" id="{2B253683-524F-46CF-BFCD-BFF6A7A920A7}"/>
              </a:ext>
            </a:extLst>
          </p:cNvPr>
          <p:cNvSpPr>
            <a:spLocks noGrp="1"/>
          </p:cNvSpPr>
          <p:nvPr>
            <p:ph sz="half" idx="2"/>
          </p:nvPr>
        </p:nvSpPr>
        <p:spPr/>
        <p:txBody>
          <a:bodyPr/>
          <a:lstStyle/>
          <a:p>
            <a:r>
              <a:rPr lang="en-US" dirty="0"/>
              <a:t>Lorem ipsum dolor sit amet, consectetur adipiscing elit</a:t>
            </a:r>
          </a:p>
          <a:p>
            <a:r>
              <a:rPr lang="en-US" dirty="0"/>
              <a:t>Lorem ipsum dolor sit amet, consectetur adipiscing elit</a:t>
            </a:r>
          </a:p>
          <a:p>
            <a:r>
              <a:rPr lang="en-US" dirty="0"/>
              <a:t>Lorem ipsum dolor sit amet, consectetur adipiscing elit</a:t>
            </a:r>
          </a:p>
        </p:txBody>
      </p:sp>
      <p:pic>
        <p:nvPicPr>
          <p:cNvPr id="17" name="Picture Placeholder 16">
            <a:extLst>
              <a:ext uri="{FF2B5EF4-FFF2-40B4-BE49-F238E27FC236}">
                <a16:creationId xmlns:a16="http://schemas.microsoft.com/office/drawing/2014/main" id="{38B0024B-0AD8-4DDB-8486-A9BD3A8E9FAC}"/>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371476" y="1593851"/>
            <a:ext cx="5582064" cy="1929569"/>
          </a:xfrm>
        </p:spPr>
      </p:pic>
      <p:pic>
        <p:nvPicPr>
          <p:cNvPr id="19" name="Picture Placeholder 18">
            <a:extLst>
              <a:ext uri="{FF2B5EF4-FFF2-40B4-BE49-F238E27FC236}">
                <a16:creationId xmlns:a16="http://schemas.microsoft.com/office/drawing/2014/main" id="{18D1195C-D9D4-4994-BAD9-68AA2C2BD35A}"/>
              </a:ext>
              <a:ext uri="{C183D7F6-B498-43B3-948B-1728B52AA6E4}">
                <adec:decorative xmlns:adec="http://schemas.microsoft.com/office/drawing/2017/decorative" val="1"/>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115496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700" y="4518025"/>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dirty="0">
                <a:ln>
                  <a:noFill/>
                </a:ln>
                <a:solidFill>
                  <a:schemeClr val="tx1"/>
                </a:solidFill>
                <a:effectLst/>
                <a:uLnTx/>
                <a:uFillTx/>
                <a:latin typeface="+mj-lt"/>
                <a:ea typeface="+mn-ea"/>
                <a:cs typeface="+mn-cs"/>
              </a:rPr>
              <a:t>Lorem ipsum dolor sit amet ipsum</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p:txBody>
          <a:bodyPr/>
          <a:lstStyle/>
          <a:p>
            <a:r>
              <a:rPr lang="en-US" dirty="0"/>
              <a:t>Lorem ipsum dolor sit amet ipsum</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a:lstStyle/>
          <a:p>
            <a:fld id="{03DC2DEF-D2FE-4B45-ABA4-9F153FD1C98A}" type="slidenum">
              <a:rPr lang="en-US" smtClean="0"/>
              <a:t>7</a:t>
            </a:fld>
            <a:endParaRPr lang="en-US" dirty="0"/>
          </a:p>
        </p:txBody>
      </p:sp>
    </p:spTree>
    <p:extLst>
      <p:ext uri="{BB962C8B-B14F-4D97-AF65-F5344CB8AC3E}">
        <p14:creationId xmlns:p14="http://schemas.microsoft.com/office/powerpoint/2010/main" val="3149670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768246-2496-4F97-8FCA-02252116FF87}"/>
              </a:ext>
            </a:extLst>
          </p:cNvPr>
          <p:cNvSpPr>
            <a:spLocks noGrp="1"/>
          </p:cNvSpPr>
          <p:nvPr>
            <p:ph type="title"/>
          </p:nvPr>
        </p:nvSpPr>
        <p:spPr/>
        <p:txBody>
          <a:bodyPr/>
          <a:lstStyle/>
          <a:p>
            <a:r>
              <a:rPr lang="en-US" dirty="0"/>
              <a:t>Slide Title</a:t>
            </a:r>
          </a:p>
        </p:txBody>
      </p:sp>
      <p:pic>
        <p:nvPicPr>
          <p:cNvPr id="22" name="Picture Placeholder 21">
            <a:extLst>
              <a:ext uri="{FF2B5EF4-FFF2-40B4-BE49-F238E27FC236}">
                <a16:creationId xmlns:a16="http://schemas.microsoft.com/office/drawing/2014/main" id="{0F5C8F58-81B2-4162-9563-70C679CF85F2}"/>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857" t="-6122" r="-17857" b="-6122"/>
          <a:stretch/>
        </p:blipFill>
        <p:spPr>
          <a:xfrm>
            <a:off x="876300" y="1739900"/>
            <a:ext cx="1689100" cy="1397000"/>
          </a:xfrm>
        </p:spPr>
      </p:pic>
      <p:pic>
        <p:nvPicPr>
          <p:cNvPr id="26" name="Picture Placeholder 25">
            <a:extLst>
              <a:ext uri="{FF2B5EF4-FFF2-40B4-BE49-F238E27FC236}">
                <a16:creationId xmlns:a16="http://schemas.microsoft.com/office/drawing/2014/main" id="{2AD0E03E-80ED-4CBF-B567-3E1EAB01FD41}"/>
              </a:ext>
              <a:ext uri="{C183D7F6-B498-43B3-948B-1728B52AA6E4}">
                <adec:decorative xmlns:adec="http://schemas.microsoft.com/office/drawing/2017/decorative" val="1"/>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8293" t="-6483" r="-18293" b="-6483"/>
          <a:stretch/>
        </p:blipFill>
        <p:spPr>
          <a:xfrm>
            <a:off x="3829813" y="4263232"/>
            <a:ext cx="1689100" cy="1397000"/>
          </a:xfrm>
        </p:spPr>
      </p:pic>
      <p:pic>
        <p:nvPicPr>
          <p:cNvPr id="24" name="Picture Placeholder 23">
            <a:extLst>
              <a:ext uri="{FF2B5EF4-FFF2-40B4-BE49-F238E27FC236}">
                <a16:creationId xmlns:a16="http://schemas.microsoft.com/office/drawing/2014/main" id="{F1E0AF3E-867C-4F0D-8325-9DC9A985B427}"/>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6501" t="-5000" r="-16501" b="-5000"/>
          <a:stretch/>
        </p:blipFill>
        <p:spPr>
          <a:xfrm>
            <a:off x="6744524" y="1739900"/>
            <a:ext cx="1689100" cy="1397000"/>
          </a:xfrm>
        </p:spPr>
      </p:pic>
      <p:pic>
        <p:nvPicPr>
          <p:cNvPr id="28" name="Picture Placeholder 27">
            <a:extLst>
              <a:ext uri="{FF2B5EF4-FFF2-40B4-BE49-F238E27FC236}">
                <a16:creationId xmlns:a16="http://schemas.microsoft.com/office/drawing/2014/main" id="{43BC7054-E269-4210-98F5-65D485066725}"/>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8293" t="-6483" r="-18293" b="-6483"/>
          <a:stretch/>
        </p:blipFill>
        <p:spPr>
          <a:xfrm>
            <a:off x="9659235" y="4263232"/>
            <a:ext cx="1689100" cy="1397000"/>
          </a:xfrm>
        </p:spPr>
      </p:pic>
      <p:sp>
        <p:nvSpPr>
          <p:cNvPr id="11" name="Text Placeholder 10">
            <a:extLst>
              <a:ext uri="{FF2B5EF4-FFF2-40B4-BE49-F238E27FC236}">
                <a16:creationId xmlns:a16="http://schemas.microsoft.com/office/drawing/2014/main" id="{901B6E4D-6942-45C5-99A9-6B769E8902BD}"/>
              </a:ext>
            </a:extLst>
          </p:cNvPr>
          <p:cNvSpPr>
            <a:spLocks noGrp="1"/>
          </p:cNvSpPr>
          <p:nvPr>
            <p:ph type="body" sz="quarter" idx="18"/>
          </p:nvPr>
        </p:nvSpPr>
        <p:spPr/>
        <p:txBody>
          <a:bodyPr/>
          <a:lstStyle/>
          <a:p>
            <a:r>
              <a:rPr lang="en-US" dirty="0"/>
              <a:t>Lorem ipsum dolor sit amet, consectetur adipiscing elit</a:t>
            </a:r>
          </a:p>
        </p:txBody>
      </p:sp>
      <p:sp>
        <p:nvSpPr>
          <p:cNvPr id="12" name="Text Placeholder 11">
            <a:extLst>
              <a:ext uri="{FF2B5EF4-FFF2-40B4-BE49-F238E27FC236}">
                <a16:creationId xmlns:a16="http://schemas.microsoft.com/office/drawing/2014/main" id="{7D269992-EA9D-41F6-85C3-B78921847100}"/>
              </a:ext>
            </a:extLst>
          </p:cNvPr>
          <p:cNvSpPr>
            <a:spLocks noGrp="1"/>
          </p:cNvSpPr>
          <p:nvPr>
            <p:ph type="body" sz="quarter" idx="19"/>
          </p:nvPr>
        </p:nvSpPr>
        <p:spPr/>
        <p:txBody>
          <a:bodyPr anchor="b"/>
          <a:lstStyle/>
          <a:p>
            <a:r>
              <a:rPr lang="en-US" dirty="0"/>
              <a:t>Lorem ipsum dolor sit amet, consectetur adipiscing elit</a:t>
            </a:r>
          </a:p>
        </p:txBody>
      </p:sp>
      <p:sp>
        <p:nvSpPr>
          <p:cNvPr id="13" name="Text Placeholder 12">
            <a:extLst>
              <a:ext uri="{FF2B5EF4-FFF2-40B4-BE49-F238E27FC236}">
                <a16:creationId xmlns:a16="http://schemas.microsoft.com/office/drawing/2014/main" id="{6DFAA7E0-5467-48C2-A0A1-08FFCDD0AB29}"/>
              </a:ext>
            </a:extLst>
          </p:cNvPr>
          <p:cNvSpPr>
            <a:spLocks noGrp="1"/>
          </p:cNvSpPr>
          <p:nvPr>
            <p:ph type="body" sz="quarter" idx="20"/>
          </p:nvPr>
        </p:nvSpPr>
        <p:spPr/>
        <p:txBody>
          <a:bodyPr/>
          <a:lstStyle/>
          <a:p>
            <a:r>
              <a:rPr lang="en-US" dirty="0"/>
              <a:t>Lorem ipsum dolor sit amet, consectetur adipiscing elit</a:t>
            </a:r>
          </a:p>
        </p:txBody>
      </p:sp>
      <p:sp>
        <p:nvSpPr>
          <p:cNvPr id="14" name="Text Placeholder 13">
            <a:extLst>
              <a:ext uri="{FF2B5EF4-FFF2-40B4-BE49-F238E27FC236}">
                <a16:creationId xmlns:a16="http://schemas.microsoft.com/office/drawing/2014/main" id="{26CD0F95-69FE-4CD4-B47D-11711D394220}"/>
              </a:ext>
            </a:extLst>
          </p:cNvPr>
          <p:cNvSpPr>
            <a:spLocks noGrp="1"/>
          </p:cNvSpPr>
          <p:nvPr>
            <p:ph type="body" sz="quarter" idx="21"/>
          </p:nvPr>
        </p:nvSpPr>
        <p:spPr/>
        <p:txBody>
          <a:bodyPr anchor="b"/>
          <a:lstStyle/>
          <a:p>
            <a:r>
              <a:rPr lang="en-US" dirty="0"/>
              <a:t>Lorem ipsum dolor sit amet, consectetur adipiscing elit</a:t>
            </a:r>
          </a:p>
        </p:txBody>
      </p:sp>
      <p:sp>
        <p:nvSpPr>
          <p:cNvPr id="2" name="Slide Number Placeholder 1">
            <a:extLst>
              <a:ext uri="{FF2B5EF4-FFF2-40B4-BE49-F238E27FC236}">
                <a16:creationId xmlns:a16="http://schemas.microsoft.com/office/drawing/2014/main" id="{7EAB17F8-59B5-4C93-9884-D30446299CA5}"/>
              </a:ext>
            </a:extLst>
          </p:cNvPr>
          <p:cNvSpPr>
            <a:spLocks noGrp="1"/>
          </p:cNvSpPr>
          <p:nvPr>
            <p:ph type="sldNum" sz="quarter" idx="12"/>
          </p:nvPr>
        </p:nvSpPr>
        <p:spPr/>
        <p:txBody>
          <a:bodyPr/>
          <a:lstStyle/>
          <a:p>
            <a:fld id="{03DC2DEF-D2FE-4B45-ABA4-9F153FD1C98A}" type="slidenum">
              <a:rPr lang="en-US" smtClean="0"/>
              <a:t>8</a:t>
            </a:fld>
            <a:endParaRPr lang="en-US" dirty="0"/>
          </a:p>
        </p:txBody>
      </p:sp>
    </p:spTree>
    <p:extLst>
      <p:ext uri="{BB962C8B-B14F-4D97-AF65-F5344CB8AC3E}">
        <p14:creationId xmlns:p14="http://schemas.microsoft.com/office/powerpoint/2010/main" val="1163063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F8E5BC1-257F-4CA0-A14D-8A76F6198211}"/>
              </a:ext>
            </a:extLst>
          </p:cNvPr>
          <p:cNvSpPr>
            <a:spLocks noGrp="1"/>
          </p:cNvSpPr>
          <p:nvPr>
            <p:ph type="title"/>
          </p:nvPr>
        </p:nvSpPr>
        <p:spPr/>
        <p:txBody>
          <a:bodyPr/>
          <a:lstStyle/>
          <a:p>
            <a:r>
              <a:rPr lang="en-US" dirty="0"/>
              <a:t>Slide Title</a:t>
            </a:r>
          </a:p>
        </p:txBody>
      </p:sp>
      <p:sp>
        <p:nvSpPr>
          <p:cNvPr id="3" name="Slide Number Placeholder 2">
            <a:extLst>
              <a:ext uri="{FF2B5EF4-FFF2-40B4-BE49-F238E27FC236}">
                <a16:creationId xmlns:a16="http://schemas.microsoft.com/office/drawing/2014/main" id="{CE84475F-A218-40AD-91D5-2A42073651D9}"/>
              </a:ext>
            </a:extLst>
          </p:cNvPr>
          <p:cNvSpPr>
            <a:spLocks noGrp="1"/>
          </p:cNvSpPr>
          <p:nvPr>
            <p:ph type="sldNum" sz="quarter" idx="12"/>
          </p:nvPr>
        </p:nvSpPr>
        <p:spPr/>
        <p:txBody>
          <a:bodyPr/>
          <a:lstStyle/>
          <a:p>
            <a:fld id="{03DC2DEF-D2FE-4B45-ABA4-9F153FD1C98A}" type="slidenum">
              <a:rPr lang="en-US" smtClean="0"/>
              <a:t>9</a:t>
            </a:fld>
            <a:endParaRPr lang="en-US" dirty="0"/>
          </a:p>
        </p:txBody>
      </p:sp>
      <p:pic>
        <p:nvPicPr>
          <p:cNvPr id="29" name="Picture Placeholder 28">
            <a:extLst>
              <a:ext uri="{FF2B5EF4-FFF2-40B4-BE49-F238E27FC236}">
                <a16:creationId xmlns:a16="http://schemas.microsoft.com/office/drawing/2014/main" id="{8D53E665-9B7D-413E-815E-AF0082AFF105}"/>
              </a:ext>
              <a:ext uri="{C183D7F6-B498-43B3-948B-1728B52AA6E4}">
                <adec:decorative xmlns:adec="http://schemas.microsoft.com/office/drawing/2017/decorative" val="1"/>
              </a:ext>
            </a:extLst>
          </p:cNvPr>
          <p:cNvPicPr>
            <a:picLocks noGrp="1" noChangeAspect="1"/>
          </p:cNvPicPr>
          <p:nvPr>
            <p:ph type="pic" sz="quarter" idx="23"/>
          </p:nvPr>
        </p:nvPicPr>
        <p:blipFill rotWithShape="1">
          <a:blip r:embed="rId2" cstate="screen">
            <a:grayscl/>
            <a:extLst>
              <a:ext uri="{28A0092B-C50C-407E-A947-70E740481C1C}">
                <a14:useLocalDpi xmlns:a14="http://schemas.microsoft.com/office/drawing/2010/main"/>
              </a:ext>
            </a:extLst>
          </a:blip>
          <a:srcRect r="8741" b="8742"/>
          <a:stretch/>
        </p:blipFill>
        <p:spPr>
          <a:xfrm>
            <a:off x="9301294" y="1761485"/>
            <a:ext cx="2494721" cy="2226366"/>
          </a:xfrm>
        </p:spPr>
      </p:pic>
      <p:sp>
        <p:nvSpPr>
          <p:cNvPr id="14" name="Text Placeholder 13">
            <a:extLst>
              <a:ext uri="{FF2B5EF4-FFF2-40B4-BE49-F238E27FC236}">
                <a16:creationId xmlns:a16="http://schemas.microsoft.com/office/drawing/2014/main" id="{32B0CB1D-E6FE-4346-B4DC-C1AC8F0F5CC6}"/>
              </a:ext>
            </a:extLst>
          </p:cNvPr>
          <p:cNvSpPr>
            <a:spLocks noGrp="1"/>
          </p:cNvSpPr>
          <p:nvPr>
            <p:ph type="body" sz="quarter" idx="20"/>
          </p:nvPr>
        </p:nvSpPr>
        <p:spPr/>
        <p:txBody>
          <a:bodyPr/>
          <a:lstStyle/>
          <a:p>
            <a:r>
              <a:rPr lang="en-US" dirty="0"/>
              <a:t>Lorem Ipsum</a:t>
            </a:r>
          </a:p>
        </p:txBody>
      </p:sp>
      <p:sp>
        <p:nvSpPr>
          <p:cNvPr id="18" name="Text Placeholder 17">
            <a:extLst>
              <a:ext uri="{FF2B5EF4-FFF2-40B4-BE49-F238E27FC236}">
                <a16:creationId xmlns:a16="http://schemas.microsoft.com/office/drawing/2014/main" id="{6EBA6953-980C-4C61-AFA3-018201F6E289}"/>
              </a:ext>
            </a:extLst>
          </p:cNvPr>
          <p:cNvSpPr>
            <a:spLocks noGrp="1"/>
          </p:cNvSpPr>
          <p:nvPr>
            <p:ph type="body" sz="quarter" idx="24"/>
          </p:nvPr>
        </p:nvSpPr>
        <p:spPr/>
        <p:txBody>
          <a:bodyPr/>
          <a:lstStyle/>
          <a:p>
            <a:r>
              <a:rPr lang="en-US" dirty="0"/>
              <a:t>Lorem ipsum dolor sit amet</a:t>
            </a:r>
          </a:p>
        </p:txBody>
      </p:sp>
      <p:sp>
        <p:nvSpPr>
          <p:cNvPr id="19" name="Text Placeholder 18">
            <a:extLst>
              <a:ext uri="{FF2B5EF4-FFF2-40B4-BE49-F238E27FC236}">
                <a16:creationId xmlns:a16="http://schemas.microsoft.com/office/drawing/2014/main" id="{1EA45180-5246-464E-BDD0-2AB792997E91}"/>
              </a:ext>
            </a:extLst>
          </p:cNvPr>
          <p:cNvSpPr>
            <a:spLocks noGrp="1"/>
          </p:cNvSpPr>
          <p:nvPr>
            <p:ph type="body" sz="quarter" idx="25"/>
          </p:nvPr>
        </p:nvSpPr>
        <p:spPr/>
        <p:txBody>
          <a:bodyPr/>
          <a:lstStyle/>
          <a:p>
            <a:r>
              <a:rPr lang="en-US" dirty="0"/>
              <a:t>Lorem Ipsum</a:t>
            </a:r>
          </a:p>
        </p:txBody>
      </p:sp>
      <p:sp>
        <p:nvSpPr>
          <p:cNvPr id="20" name="Text Placeholder 19">
            <a:extLst>
              <a:ext uri="{FF2B5EF4-FFF2-40B4-BE49-F238E27FC236}">
                <a16:creationId xmlns:a16="http://schemas.microsoft.com/office/drawing/2014/main" id="{7E61202C-1274-459A-A89D-C23AE8A261C7}"/>
              </a:ext>
            </a:extLst>
          </p:cNvPr>
          <p:cNvSpPr>
            <a:spLocks noGrp="1"/>
          </p:cNvSpPr>
          <p:nvPr>
            <p:ph type="body" sz="quarter" idx="26"/>
          </p:nvPr>
        </p:nvSpPr>
        <p:spPr/>
        <p:txBody>
          <a:bodyPr/>
          <a:lstStyle/>
          <a:p>
            <a:r>
              <a:rPr lang="en-US" dirty="0"/>
              <a:t>Lorem ipsum dolor sit amet</a:t>
            </a:r>
          </a:p>
        </p:txBody>
      </p:sp>
      <p:sp>
        <p:nvSpPr>
          <p:cNvPr id="21" name="Text Placeholder 20">
            <a:extLst>
              <a:ext uri="{FF2B5EF4-FFF2-40B4-BE49-F238E27FC236}">
                <a16:creationId xmlns:a16="http://schemas.microsoft.com/office/drawing/2014/main" id="{B7A4F278-30B9-44DC-81DE-0BB8DC7D9B43}"/>
              </a:ext>
            </a:extLst>
          </p:cNvPr>
          <p:cNvSpPr>
            <a:spLocks noGrp="1"/>
          </p:cNvSpPr>
          <p:nvPr>
            <p:ph type="body" sz="quarter" idx="27"/>
          </p:nvPr>
        </p:nvSpPr>
        <p:spPr/>
        <p:txBody>
          <a:bodyPr/>
          <a:lstStyle/>
          <a:p>
            <a:r>
              <a:rPr lang="en-US" dirty="0"/>
              <a:t>Lorem Ipsum</a:t>
            </a:r>
          </a:p>
        </p:txBody>
      </p:sp>
      <p:sp>
        <p:nvSpPr>
          <p:cNvPr id="22" name="Text Placeholder 21">
            <a:extLst>
              <a:ext uri="{FF2B5EF4-FFF2-40B4-BE49-F238E27FC236}">
                <a16:creationId xmlns:a16="http://schemas.microsoft.com/office/drawing/2014/main" id="{6E82B8CE-8692-4360-9A23-C2348C7B858B}"/>
              </a:ext>
            </a:extLst>
          </p:cNvPr>
          <p:cNvSpPr>
            <a:spLocks noGrp="1"/>
          </p:cNvSpPr>
          <p:nvPr>
            <p:ph type="body" sz="quarter" idx="28"/>
          </p:nvPr>
        </p:nvSpPr>
        <p:spPr/>
        <p:txBody>
          <a:bodyPr/>
          <a:lstStyle/>
          <a:p>
            <a:r>
              <a:rPr lang="en-US" dirty="0"/>
              <a:t>Lorem ipsum dolor sit amet</a:t>
            </a:r>
          </a:p>
        </p:txBody>
      </p:sp>
      <p:sp>
        <p:nvSpPr>
          <p:cNvPr id="23" name="Text Placeholder 22">
            <a:extLst>
              <a:ext uri="{FF2B5EF4-FFF2-40B4-BE49-F238E27FC236}">
                <a16:creationId xmlns:a16="http://schemas.microsoft.com/office/drawing/2014/main" id="{7372C0BC-293C-400A-8073-0246B833FC7B}"/>
              </a:ext>
            </a:extLst>
          </p:cNvPr>
          <p:cNvSpPr>
            <a:spLocks noGrp="1"/>
          </p:cNvSpPr>
          <p:nvPr>
            <p:ph type="body" sz="quarter" idx="29"/>
          </p:nvPr>
        </p:nvSpPr>
        <p:spPr/>
        <p:txBody>
          <a:bodyPr/>
          <a:lstStyle/>
          <a:p>
            <a:r>
              <a:rPr lang="en-US" dirty="0"/>
              <a:t>Lorem Ipsum</a:t>
            </a:r>
          </a:p>
        </p:txBody>
      </p:sp>
      <p:sp>
        <p:nvSpPr>
          <p:cNvPr id="24" name="Text Placeholder 23">
            <a:extLst>
              <a:ext uri="{FF2B5EF4-FFF2-40B4-BE49-F238E27FC236}">
                <a16:creationId xmlns:a16="http://schemas.microsoft.com/office/drawing/2014/main" id="{A7CB8132-D875-4ED5-9967-5C58F21B10E3}"/>
              </a:ext>
            </a:extLst>
          </p:cNvPr>
          <p:cNvSpPr>
            <a:spLocks noGrp="1"/>
          </p:cNvSpPr>
          <p:nvPr>
            <p:ph type="body" sz="quarter" idx="30"/>
          </p:nvPr>
        </p:nvSpPr>
        <p:spPr/>
        <p:txBody>
          <a:bodyPr/>
          <a:lstStyle/>
          <a:p>
            <a:r>
              <a:rPr lang="en-US" dirty="0"/>
              <a:t>Lorem ipsum dolor sit amet</a:t>
            </a:r>
          </a:p>
        </p:txBody>
      </p:sp>
      <p:pic>
        <p:nvPicPr>
          <p:cNvPr id="25" name="Picture Placeholder 24" descr="A person giving pose&#10;&#10;">
            <a:extLst>
              <a:ext uri="{FF2B5EF4-FFF2-40B4-BE49-F238E27FC236}">
                <a16:creationId xmlns:a16="http://schemas.microsoft.com/office/drawing/2014/main" id="{104C104E-9EBC-4154-906F-14A298E9EF2E}"/>
              </a:ext>
            </a:extLst>
          </p:cNvPr>
          <p:cNvPicPr>
            <a:picLocks noGrp="1" noChangeAspect="1"/>
          </p:cNvPicPr>
          <p:nvPr>
            <p:ph type="pic" sz="quarter" idx="13"/>
          </p:nvPr>
        </p:nvPicPr>
        <p:blipFill rotWithShape="1">
          <a:blip r:embed="rId3" cstate="screen">
            <a:grayscl/>
            <a:extLst>
              <a:ext uri="{28A0092B-C50C-407E-A947-70E740481C1C}">
                <a14:useLocalDpi xmlns:a14="http://schemas.microsoft.com/office/drawing/2010/main"/>
              </a:ext>
            </a:extLst>
          </a:blip>
          <a:srcRect/>
          <a:stretch/>
        </p:blipFill>
        <p:spPr>
          <a:xfrm>
            <a:off x="466725" y="1762125"/>
            <a:ext cx="2495550" cy="2225675"/>
          </a:xfrm>
          <a:prstGeom prst="rect">
            <a:avLst/>
          </a:prstGeom>
        </p:spPr>
      </p:pic>
      <p:pic>
        <p:nvPicPr>
          <p:cNvPr id="26" name="Picture Placeholder 25" descr="A person looking at the camera&#10;&#10;">
            <a:extLst>
              <a:ext uri="{FF2B5EF4-FFF2-40B4-BE49-F238E27FC236}">
                <a16:creationId xmlns:a16="http://schemas.microsoft.com/office/drawing/2014/main" id="{B12E57E0-F016-4B3F-9126-3A11698F325D}"/>
              </a:ext>
            </a:extLst>
          </p:cNvPr>
          <p:cNvPicPr>
            <a:picLocks noGrp="1" noChangeAspect="1"/>
          </p:cNvPicPr>
          <p:nvPr>
            <p:ph type="pic" sz="quarter" idx="21"/>
          </p:nvPr>
        </p:nvPicPr>
        <p:blipFill rotWithShape="1">
          <a:blip r:embed="rId4" cstate="screen">
            <a:grayscl/>
            <a:extLst>
              <a:ext uri="{28A0092B-C50C-407E-A947-70E740481C1C}">
                <a14:useLocalDpi xmlns:a14="http://schemas.microsoft.com/office/drawing/2010/main"/>
              </a:ext>
            </a:extLst>
          </a:blip>
          <a:srcRect/>
          <a:stretch/>
        </p:blipFill>
        <p:spPr>
          <a:xfrm>
            <a:off x="3411538" y="1762125"/>
            <a:ext cx="2495550" cy="2225675"/>
          </a:xfrm>
          <a:prstGeom prst="rect">
            <a:avLst/>
          </a:prstGeom>
        </p:spPr>
      </p:pic>
      <p:pic>
        <p:nvPicPr>
          <p:cNvPr id="27" name="Picture Placeholder 26" descr="Male ">
            <a:extLst>
              <a:ext uri="{FF2B5EF4-FFF2-40B4-BE49-F238E27FC236}">
                <a16:creationId xmlns:a16="http://schemas.microsoft.com/office/drawing/2014/main" id="{F5B38C71-905C-4A1A-97EF-31546F4BF602}"/>
              </a:ext>
            </a:extLst>
          </p:cNvPr>
          <p:cNvPicPr>
            <a:picLocks noGrp="1" noChangeAspect="1"/>
          </p:cNvPicPr>
          <p:nvPr>
            <p:ph type="pic" sz="quarter" idx="22"/>
          </p:nvPr>
        </p:nvPicPr>
        <p:blipFill rotWithShape="1">
          <a:blip r:embed="rId5" cstate="screen">
            <a:grayscl/>
            <a:extLst>
              <a:ext uri="{28A0092B-C50C-407E-A947-70E740481C1C}">
                <a14:useLocalDpi xmlns:a14="http://schemas.microsoft.com/office/drawing/2010/main"/>
              </a:ext>
            </a:extLst>
          </a:blip>
          <a:srcRect/>
          <a:stretch/>
        </p:blipFill>
        <p:spPr>
          <a:xfrm>
            <a:off x="6356350" y="1762125"/>
            <a:ext cx="2495550" cy="2225675"/>
          </a:xfrm>
          <a:prstGeom prst="rect">
            <a:avLst/>
          </a:prstGeom>
        </p:spPr>
      </p:pic>
    </p:spTree>
    <p:extLst>
      <p:ext uri="{BB962C8B-B14F-4D97-AF65-F5344CB8AC3E}">
        <p14:creationId xmlns:p14="http://schemas.microsoft.com/office/powerpoint/2010/main" val="297104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2C00B059-8249-401E-BECD-DC838B36F9FB}"/>
              </a:ext>
            </a:extLst>
          </p:cNvPr>
          <p:cNvSpPr>
            <a:spLocks noGrp="1"/>
          </p:cNvSpPr>
          <p:nvPr>
            <p:ph type="title"/>
          </p:nvPr>
        </p:nvSpPr>
        <p:spPr/>
        <p:txBody>
          <a:bodyPr/>
          <a:lstStyle/>
          <a:p>
            <a:r>
              <a:rPr lang="en-US" dirty="0"/>
              <a:t>Slide Title</a:t>
            </a:r>
          </a:p>
        </p:txBody>
      </p:sp>
      <p:sp>
        <p:nvSpPr>
          <p:cNvPr id="3" name="Slide Number Placeholder 2">
            <a:extLst>
              <a:ext uri="{FF2B5EF4-FFF2-40B4-BE49-F238E27FC236}">
                <a16:creationId xmlns:a16="http://schemas.microsoft.com/office/drawing/2014/main" id="{581E71C2-3FC1-41C1-8255-33A1AC802247}"/>
              </a:ext>
            </a:extLst>
          </p:cNvPr>
          <p:cNvSpPr>
            <a:spLocks noGrp="1"/>
          </p:cNvSpPr>
          <p:nvPr>
            <p:ph type="sldNum" sz="quarter" idx="12"/>
          </p:nvPr>
        </p:nvSpPr>
        <p:spPr/>
        <p:txBody>
          <a:bodyPr/>
          <a:lstStyle/>
          <a:p>
            <a:fld id="{03DC2DEF-D2FE-4B45-ABA4-9F153FD1C98A}" type="slidenum">
              <a:rPr lang="en-US" smtClean="0"/>
              <a:t>10</a:t>
            </a:fld>
            <a:endParaRPr lang="en-US" dirty="0"/>
          </a:p>
        </p:txBody>
      </p:sp>
      <p:graphicFrame>
        <p:nvGraphicFramePr>
          <p:cNvPr id="21" name="Chart Placeholder 20">
            <a:extLst>
              <a:ext uri="{FF2B5EF4-FFF2-40B4-BE49-F238E27FC236}">
                <a16:creationId xmlns:a16="http://schemas.microsoft.com/office/drawing/2014/main" id="{D8DD12A5-FE18-4970-8B30-E368D9BD860D}"/>
              </a:ext>
              <a:ext uri="{C183D7F6-B498-43B3-948B-1728B52AA6E4}">
                <adec:decorative xmlns:adec="http://schemas.microsoft.com/office/drawing/2017/decorative" val="1"/>
              </a:ext>
            </a:extLst>
          </p:cNvPr>
          <p:cNvGraphicFramePr>
            <a:graphicFrameLocks noGrp="1"/>
          </p:cNvGraphicFramePr>
          <p:nvPr>
            <p:ph type="chart" sz="quarter" idx="13"/>
            <p:extLst>
              <p:ext uri="{D42A27DB-BD31-4B8C-83A1-F6EECF244321}">
                <p14:modId xmlns:p14="http://schemas.microsoft.com/office/powerpoint/2010/main" val="2352845846"/>
              </p:ext>
            </p:extLst>
          </p:nvPr>
        </p:nvGraphicFramePr>
        <p:xfrm>
          <a:off x="4900613" y="1233488"/>
          <a:ext cx="6991350" cy="4967287"/>
        </p:xfrm>
        <a:graphic>
          <a:graphicData uri="http://schemas.openxmlformats.org/drawingml/2006/chart">
            <c:chart xmlns:c="http://schemas.openxmlformats.org/drawingml/2006/chart" xmlns:r="http://schemas.openxmlformats.org/officeDocument/2006/relationships" r:id="rId2"/>
          </a:graphicData>
        </a:graphic>
      </p:graphicFrame>
      <p:sp>
        <p:nvSpPr>
          <p:cNvPr id="18" name="Text Placeholder 17">
            <a:extLst>
              <a:ext uri="{FF2B5EF4-FFF2-40B4-BE49-F238E27FC236}">
                <a16:creationId xmlns:a16="http://schemas.microsoft.com/office/drawing/2014/main" id="{ED42596E-DB09-43F7-A053-18CEB2DDE639}"/>
              </a:ext>
            </a:extLst>
          </p:cNvPr>
          <p:cNvSpPr>
            <a:spLocks noGrp="1"/>
          </p:cNvSpPr>
          <p:nvPr>
            <p:ph type="body" sz="quarter" idx="14"/>
          </p:nvPr>
        </p:nvSpPr>
        <p:spPr/>
        <p:txBody>
          <a:bodyPr/>
          <a:lstStyle/>
          <a:p>
            <a:r>
              <a:rPr lang="en-US" dirty="0"/>
              <a:t>Lorem ipsum dolor sit amet, consectetur adipiscing elit, sed do eiusmod tempor incididunt ut labore et dolore magna aliqua. Ut enim ad minim veniam, quis nostrud exercitation ullamco laboris nisi ut aliquip ex ea commodo consequat.</a:t>
            </a:r>
          </a:p>
        </p:txBody>
      </p:sp>
    </p:spTree>
    <p:extLst>
      <p:ext uri="{BB962C8B-B14F-4D97-AF65-F5344CB8AC3E}">
        <p14:creationId xmlns:p14="http://schemas.microsoft.com/office/powerpoint/2010/main" val="2900026269"/>
      </p:ext>
    </p:extLst>
  </p:cSld>
  <p:clrMapOvr>
    <a:masterClrMapping/>
  </p:clrMapOvr>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Classic bold block presentation</Template>
  <TotalTime>93</TotalTime>
  <Words>294</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Microsoft Sans Serif</vt:lpstr>
      <vt:lpstr>Office Theme</vt:lpstr>
      <vt:lpstr>PowerPoint Presentation</vt:lpstr>
      <vt:lpstr>Slide Title</vt:lpstr>
      <vt:lpstr>Slide Title</vt:lpstr>
      <vt:lpstr>Slide Title</vt:lpstr>
      <vt:lpstr>PowerPoint Presentation</vt:lpstr>
      <vt:lpstr>Slide Title</vt:lpstr>
      <vt:lpstr>Lorem ipsum dolor sit amet ipsum</vt:lpstr>
      <vt:lpstr>Slide Title</vt:lpstr>
      <vt:lpstr>Slide Title</vt:lpstr>
      <vt:lpstr>Slide 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Ariel Zinger</dc:creator>
  <cp:lastModifiedBy>Ariel Zinger</cp:lastModifiedBy>
  <cp:revision>2</cp:revision>
  <dcterms:created xsi:type="dcterms:W3CDTF">2026-08-04T07:51:05Z</dcterms:created>
  <dcterms:modified xsi:type="dcterms:W3CDTF">2026-08-04T09:25:01Z</dcterms:modified>
</cp:coreProperties>
</file>