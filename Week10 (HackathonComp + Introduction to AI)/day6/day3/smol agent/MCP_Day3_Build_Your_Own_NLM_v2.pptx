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4884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own.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02920" y="3291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— agents that keep going, and a server for a problem YOU care about.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749040" y="4297680"/>
            <a:ext cx="1005840" cy="1005840"/>
          </a:xfrm>
          <a:prstGeom prst="ellipse">
            <a:avLst/>
          </a:prstGeom>
          <a:solidFill>
            <a:srgbClr val="C9CDD6"/>
          </a:solidFill>
          <a:ln/>
        </p:spPr>
      </p:sp>
      <p:sp>
        <p:nvSpPr>
          <p:cNvPr id="5" name="Shape 3"/>
          <p:cNvSpPr/>
          <p:nvPr/>
        </p:nvSpPr>
        <p:spPr>
          <a:xfrm>
            <a:off x="5586984" y="4297680"/>
            <a:ext cx="1005840" cy="1005840"/>
          </a:xfrm>
          <a:prstGeom prst="ellipse">
            <a:avLst/>
          </a:prstGeom>
          <a:solidFill>
            <a:srgbClr val="22262E"/>
          </a:solidFill>
          <a:ln/>
        </p:spPr>
      </p:sp>
      <p:sp>
        <p:nvSpPr>
          <p:cNvPr id="6" name="Shape 4"/>
          <p:cNvSpPr/>
          <p:nvPr/>
        </p:nvSpPr>
        <p:spPr>
          <a:xfrm>
            <a:off x="7434072" y="4297680"/>
            <a:ext cx="1005840" cy="1005840"/>
          </a:xfrm>
          <a:prstGeom prst="ellipse">
            <a:avLst/>
          </a:prstGeom>
          <a:solidFill>
            <a:srgbClr val="2E5BD7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questions before we build.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731520" cy="731520"/>
          </a:xfrm>
          <a:prstGeom prst="ellipse">
            <a:avLst/>
          </a:prstGeom>
          <a:solidFill>
            <a:srgbClr val="22262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783080" y="1645920"/>
            <a:ext cx="9601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 good tool docstring?
</a:t>
            </a:r>
            <a:pPr indent="0" marL="0">
              <a:buNone/>
            </a:pPr>
            <a:r>
              <a:rPr lang="en-US" sz="14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tells the LLM WHEN to use the tool — not just what it does.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731520" cy="731520"/>
          </a:xfrm>
          <a:prstGeom prst="ellipse">
            <a:avLst/>
          </a:prstGeom>
          <a:solidFill>
            <a:srgbClr val="2226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46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83080" y="3063240"/>
            <a:ext cx="9601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executes the tool call — the LLM or the client?
</a:t>
            </a:r>
            <a:pPr indent="0" marL="0">
              <a:buNone/>
            </a:pPr>
            <a:r>
              <a:rPr lang="en-US" sz="14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client. Always. The LLM only decides.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4663440"/>
            <a:ext cx="731520" cy="731520"/>
          </a:xfrm>
          <a:prstGeom prst="ellipse">
            <a:avLst/>
          </a:prstGeom>
          <a:solidFill>
            <a:srgbClr val="22262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663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83080" y="4480560"/>
            <a:ext cx="9601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Stop &amp; Parse, and why does client.py do it?
</a:t>
            </a:r>
            <a:pPr indent="0" marL="0">
              <a:buNone/>
            </a:pPr>
            <a:r>
              <a:rPr lang="en-US" sz="14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the LLM before it invents a result · run the real tool · resume with truth.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5897880"/>
            <a:ext cx="10543032" cy="731520"/>
          </a:xfrm>
          <a:prstGeom prst="roundRect">
            <a:avLst>
              <a:gd name="adj" fmla="val 11250"/>
            </a:avLst>
          </a:prstGeom>
          <a:solidFill>
            <a:srgbClr val="F2F3F5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5897880"/>
            <a:ext cx="10085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promise: 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session you have a running MCP server for a problem you care about.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understand every server on this list.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production MCP servers — same decorator, same docstrings, different domain.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291840" cy="603504"/>
          </a:xfrm>
          <a:prstGeom prst="roundRect">
            <a:avLst>
              <a:gd name="adj" fmla="val 12121"/>
            </a:avLst>
          </a:prstGeom>
          <a:solidFill>
            <a:srgbClr val="2226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MCP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89120" y="1828800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repos, open issues, create PRs — from a chat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578608"/>
            <a:ext cx="3291840" cy="603504"/>
          </a:xfrm>
          <a:prstGeom prst="roundRect">
            <a:avLst>
              <a:gd name="adj" fmla="val 12121"/>
            </a:avLst>
          </a:prstGeom>
          <a:solidFill>
            <a:srgbClr val="22262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78608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MCP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0" y="2578608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database questions in plain English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328416"/>
            <a:ext cx="3291840" cy="603504"/>
          </a:xfrm>
          <a:prstGeom prst="roundRect">
            <a:avLst>
              <a:gd name="adj" fmla="val 12121"/>
            </a:avLst>
          </a:prstGeom>
          <a:solidFill>
            <a:srgbClr val="22262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28416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Brave Search MCP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0" y="3328416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any LLM live web search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078224"/>
            <a:ext cx="3291840" cy="603504"/>
          </a:xfrm>
          <a:prstGeom prst="roundRect">
            <a:avLst>
              <a:gd name="adj" fmla="val 12121"/>
            </a:avLst>
          </a:prstGeom>
          <a:solidFill>
            <a:srgbClr val="2E5BD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78224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 MCP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89120" y="407822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Day 1 read_file — production-grade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828032"/>
            <a:ext cx="3291840" cy="603504"/>
          </a:xfrm>
          <a:prstGeom prst="roundRect">
            <a:avLst>
              <a:gd name="adj" fmla="val 12121"/>
            </a:avLst>
          </a:prstGeom>
          <a:solidFill>
            <a:srgbClr val="22262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828032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MCP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89120" y="4828032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messages, search conversations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" y="5760720"/>
            <a:ext cx="10543032" cy="777240"/>
          </a:xfrm>
          <a:prstGeom prst="roundRect">
            <a:avLst>
              <a:gd name="adj" fmla="val 10588"/>
            </a:avLst>
          </a:prstGeom>
          <a:solidFill>
            <a:srgbClr val="F2F3F5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5760720"/>
            <a:ext cx="10085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E5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blue one is personal. 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built its core tool two days ago. ~20,000 servers are indexed on public registries — all this pattern. Browse: mcpservers.org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agent?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levels — you've already built two of them.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F2F3F5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92024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— Chatbot   </a:t>
            </a:r>
            <a:pPr indent="0" marL="0">
              <a:buNone/>
            </a:pPr>
            <a:r>
              <a:rPr lang="en-US" sz="16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prompt, returns text   </a:t>
            </a:r>
            <a:pPr indent="0" marL="0">
              <a:buNone/>
            </a:pPr>
            <a:r>
              <a:rPr lang="en-US" sz="1400" i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ChatGPT answering a question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315468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22262E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15468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— Tool use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ONE tool, returns answer   </a:t>
            </a:r>
            <a:pPr indent="0" marL="0">
              <a:buNone/>
            </a:pPr>
            <a:r>
              <a:rPr lang="en-US" sz="1400" i="1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your client.py from Day 2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438912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2E5BD7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38912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— Agent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tools IN SEQUENCE, stops when done   </a:t>
            </a:r>
            <a:pPr indent="0" marL="0">
              <a:buNone/>
            </a:pPr>
            <a:r>
              <a:rPr lang="en-US" sz="1400" i="1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what we build today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2960" y="5760720"/>
            <a:ext cx="10543032" cy="777240"/>
          </a:xfrm>
          <a:prstGeom prst="roundRect">
            <a:avLst>
              <a:gd name="adj" fmla="val 10588"/>
            </a:avLst>
          </a:prstGeom>
          <a:solidFill>
            <a:srgbClr val="F2F3F5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5760720"/>
            <a:ext cx="10085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is who controls the loop. 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2: YOU wrote the loop — one call, stop. An agent: the LLM decides how many calls, and when it's done.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Enough theory.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02920" y="315468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5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an agent.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43434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lines replace yesterday's fifty — then you build your own.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Demo, stage 1: an agent with no tools.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Yesterday you wrote the loop in 50 lines. A framework does it in 5. First: empty-handed.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2743200"/>
          </a:xfrm>
          <a:prstGeom prst="roundRect">
            <a:avLst>
              <a:gd name="adj" fmla="val 3000"/>
            </a:avLst>
          </a:prstGeom>
          <a:solidFill>
            <a:srgbClr val="F2F3F5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38528"/>
            <a:ext cx="10058400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smolagents import ToolCallingAgent, LiteLLMModel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LiteLLMModel(model_id="ollama_chat/llama3.2:3b")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E5B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ToolCallingAgent(tools=[], model=model)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agent.run("What is France known for, what's the weather in its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capital, and what does notes.txt say?")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937760"/>
            <a:ext cx="3383280" cy="1005840"/>
          </a:xfrm>
          <a:prstGeom prst="roundRect">
            <a:avLst>
              <a:gd name="adj" fmla="val 9091"/>
            </a:avLst>
          </a:prstGeom>
          <a:solidFill>
            <a:srgbClr val="C9CDD6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9377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 facts
</a:t>
            </a:r>
            <a:pPr indent="0" marL="0">
              <a:buNone/>
            </a:pPr>
            <a:r>
              <a:rPr lang="en-US" sz="13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 — training data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34840" y="4937760"/>
            <a:ext cx="3383280" cy="1005840"/>
          </a:xfrm>
          <a:prstGeom prst="roundRect">
            <a:avLst>
              <a:gd name="adj" fmla="val 9091"/>
            </a:avLst>
          </a:prstGeom>
          <a:solidFill>
            <a:srgbClr val="22262E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49377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in Paris
</a:t>
            </a:r>
            <a:pPr indent="0" marL="0">
              <a:buNone/>
            </a:pPr>
            <a:r>
              <a:rPr lang="en-US" sz="130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4937760"/>
            <a:ext cx="3383280" cy="1005840"/>
          </a:xfrm>
          <a:prstGeom prst="roundRect">
            <a:avLst>
              <a:gd name="adj" fmla="val 9091"/>
            </a:avLst>
          </a:prstGeom>
          <a:solidFill>
            <a:srgbClr val="22262E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49377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notes.txt
</a:t>
            </a:r>
            <a:pPr indent="0" marL="0">
              <a:buNone/>
            </a:pPr>
            <a:r>
              <a:rPr lang="en-US" sz="130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read files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two lines connect your Day 1 server.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server.py is already running in Terminal 1 — the server YOU built.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2468880"/>
          </a:xfrm>
          <a:prstGeom prst="roundRect">
            <a:avLst>
              <a:gd name="adj" fmla="val 3333"/>
            </a:avLst>
          </a:prstGeom>
          <a:solidFill>
            <a:srgbClr val="F2F3F5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38528"/>
            <a:ext cx="1005840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smolagents import MCPClient</a:t>
            </a: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E5B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_mcp = MCPClient({"url": "http://127.0.0.1:8000/mcp/"})</a:t>
            </a: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E5B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server_tools = [*_mcp.__enter__()]</a:t>
            </a: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8A8F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server_tools          # was: tools = []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663440"/>
            <a:ext cx="10543032" cy="1188720"/>
          </a:xfrm>
          <a:prstGeom prst="roundRect">
            <a:avLst>
              <a:gd name="adj" fmla="val 6923"/>
            </a:avLst>
          </a:prstGeom>
          <a:solidFill>
            <a:srgbClr val="F2F3F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663440"/>
            <a:ext cx="100858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question, run again: 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is now REAL (wttr.in, live) · notes.txt is now REAL (your file). The agent discovered read_file and get_weather exactly like client.py did — the framework just hides the plumbing.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one more tool — Wikipedia.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@tool this time — note the docstring style: it tells the LLM WHEN.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4206240"/>
          </a:xfrm>
          <a:prstGeom prst="roundRect">
            <a:avLst>
              <a:gd name="adj" fmla="val 1957"/>
            </a:avLst>
          </a:prstGeom>
          <a:solidFill>
            <a:srgbClr val="F2F3F5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38528"/>
            <a:ext cx="10058400" cy="3986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smolagents import tool</a:t>
            </a:r>
            <a:endParaRPr lang="en-US" sz="1350" dirty="0"/>
          </a:p>
          <a:p>
            <a:pPr algn="l" indent="0" marL="0">
              <a:lnSpc>
                <a:spcPts val="1917"/>
              </a:lnSpc>
              <a:buNone/>
            </a:pPr>
            <a:endParaRPr lang="en-US" sz="1350" dirty="0"/>
          </a:p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E5B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350" dirty="0"/>
          </a:p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wikipedia_summary(topic: str) -&gt; str:</a:t>
            </a:r>
            <a:endParaRPr lang="en-US" sz="1350" dirty="0"/>
          </a:p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A9D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"""Get a short summary of any topic from Wikipedia.</a:t>
            </a:r>
            <a:endParaRPr lang="en-US" sz="1350" dirty="0"/>
          </a:p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A9D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 this for facts, history, definitions, or general knowledge.</a:t>
            </a:r>
            <a:endParaRPr lang="en-US" sz="1350" dirty="0"/>
          </a:p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A9D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Args:</a:t>
            </a:r>
            <a:endParaRPr lang="en-US" sz="1350" dirty="0"/>
          </a:p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A9D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topic: The topic to look up, e.g. 'France', 'Tel Aviv'.</a:t>
            </a:r>
            <a:endParaRPr lang="en-US" sz="1350" dirty="0"/>
          </a:p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A9D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350" dirty="0"/>
          </a:p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8A8F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  # free REST call — en.wikipedia.org/api/rest_v1</a:t>
            </a:r>
            <a:endParaRPr lang="en-US" sz="1350" dirty="0"/>
          </a:p>
          <a:p>
            <a:pPr algn="l" indent="0" marL="0">
              <a:lnSpc>
                <a:spcPts val="1917"/>
              </a:lnSpc>
              <a:buNone/>
            </a:pPr>
            <a:endParaRPr lang="en-US" sz="1350" dirty="0"/>
          </a:p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E5B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[*server_tools, wikipedia_summary]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watch it think.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question, three tools, zero manual chaining.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is France known for, what's the weather in its capital, and what does notes.txt say?”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2E5BD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231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606040" y="2423160"/>
            <a:ext cx="4663440" cy="822960"/>
          </a:xfrm>
          <a:prstGeom prst="roundRect">
            <a:avLst>
              <a:gd name="adj" fmla="val 11111"/>
            </a:avLst>
          </a:prstGeom>
          <a:solidFill>
            <a:srgbClr val="F2F3F5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24231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wikipedia_summary('France')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0" y="24231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…learns the capital is Paris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47472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2E5BD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747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606040" y="3474720"/>
            <a:ext cx="4663440" cy="822960"/>
          </a:xfrm>
          <a:prstGeom prst="roundRect">
            <a:avLst>
              <a:gd name="adj" fmla="val 11111"/>
            </a:avLst>
          </a:prstGeom>
          <a:solidFill>
            <a:srgbClr val="F2F3F5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640" y="34747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get_weather('Paris')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0" y="34747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'Paris' from step 1 — nobody told it to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52628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2E5BD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5262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606040" y="4526280"/>
            <a:ext cx="4663440" cy="822960"/>
          </a:xfrm>
          <a:prstGeom prst="roundRect">
            <a:avLst>
              <a:gd name="adj" fmla="val 11111"/>
            </a:avLst>
          </a:prstGeom>
          <a:solidFill>
            <a:srgbClr val="F2F3F5"/>
          </a:solidFill>
          <a:ln/>
        </p:spPr>
      </p:sp>
      <p:sp>
        <p:nvSpPr>
          <p:cNvPr id="18" name="Text 16"/>
          <p:cNvSpPr/>
          <p:nvPr/>
        </p:nvSpPr>
        <p:spPr>
          <a:xfrm>
            <a:off x="2834640" y="45262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read_file('notes.txt')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0" y="45262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contents · then: final answer, no 4th call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5669280"/>
            <a:ext cx="10543032" cy="868680"/>
          </a:xfrm>
          <a:prstGeom prst="roundRect">
            <a:avLst>
              <a:gd name="adj" fmla="val 9474"/>
            </a:avLst>
          </a:prstGeom>
          <a:solidFill>
            <a:srgbClr val="F2F3F5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5669280"/>
            <a:ext cx="10085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at the token counts: 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1,245 → 2,569. The context grows every step — everything the agent learned is visible to it in the next Thought. That's the TAO loop, running itself.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I build a new server. Watch my decisions.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domain, from scaffold.py — the code is easy; the design choices are the lesson.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22262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9202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Docstring FIRST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 can't write a clear docstring, my tool design is wrong.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63640" y="192024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9202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per tool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AND read? No — two tools. The LLM chains them.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5204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after every tool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client.py, verify, only then add the next.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63640" y="352044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35204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APIs only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wttr.in, Open-Meteo, Wikipedia, exchangerate — no keys in class.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2–3 working tools in 20 minutes. Then it's your turn.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NOW — build YOUR server (30 min)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something you'd actually use. Start from scaffold.py.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901952"/>
            <a:ext cx="658368" cy="658368"/>
          </a:xfrm>
          <a:prstGeom prst="ellipse">
            <a:avLst/>
          </a:prstGeom>
          <a:solidFill>
            <a:srgbClr val="2226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0195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0"/>
            <a:ext cx="10058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domain  </a:t>
            </a:r>
            <a:pPr indent="0" marL="0"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todo list · currency · Wikipedia · movies · your own — ideas.md has 8 starters.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85800" y="2862072"/>
            <a:ext cx="658368" cy="658368"/>
          </a:xfrm>
          <a:prstGeom prst="ellipse">
            <a:avLst/>
          </a:prstGeom>
          <a:solidFill>
            <a:srgbClr val="22262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620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00200" y="2788920"/>
            <a:ext cx="10058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tool first  </a:t>
            </a:r>
            <a:pPr indent="0" marL="0"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docstring first · get it WORKING before adding a second.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85800" y="3822192"/>
            <a:ext cx="658368" cy="658368"/>
          </a:xfrm>
          <a:prstGeom prst="ellipse">
            <a:avLst/>
          </a:prstGeom>
          <a:solidFill>
            <a:srgbClr val="22262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8221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600200" y="3749040"/>
            <a:ext cx="10058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with client.py  </a:t>
            </a:r>
            <a:pPr indent="0" marL="0"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or yesterday's agent — ask a question only YOUR tool can answer.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85800" y="4782312"/>
            <a:ext cx="658368" cy="658368"/>
          </a:xfrm>
          <a:prstGeom prst="ellipse">
            <a:avLst/>
          </a:prstGeom>
          <a:solidFill>
            <a:srgbClr val="2E5BD7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7823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600200" y="4709160"/>
            <a:ext cx="10058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 </a:t>
            </a:r>
            <a:pPr indent="0" marL="0"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Connect your server to Goose — a real desktop client, 5-minute config.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85800" y="5897880"/>
            <a:ext cx="10881360" cy="640080"/>
          </a:xfrm>
          <a:prstGeom prst="roundRect">
            <a:avLst>
              <a:gd name="adj" fmla="val 12857"/>
            </a:avLst>
          </a:prstGeom>
          <a:solidFill>
            <a:srgbClr val="F2F3F5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6007608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not showing → restart server   ·   LLM ignores your tool → improve the docstring (WHEN, not what)   ·   API needs a key → pick a free one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us. (5 minutes each)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 volunteers. The demo format: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737360" y="2103120"/>
            <a:ext cx="1554480" cy="1554480"/>
          </a:xfrm>
          <a:prstGeom prst="ellipse">
            <a:avLst/>
          </a:prstGeom>
          <a:solidFill>
            <a:srgbClr val="22262E"/>
          </a:solidFill>
          <a:ln/>
        </p:spPr>
      </p:sp>
      <p:sp>
        <p:nvSpPr>
          <p:cNvPr id="5" name="Text 3"/>
          <p:cNvSpPr/>
          <p:nvPr/>
        </p:nvSpPr>
        <p:spPr>
          <a:xfrm>
            <a:off x="1737360" y="210312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your server does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49240" y="2103120"/>
            <a:ext cx="1554480" cy="1554480"/>
          </a:xfrm>
          <a:prstGeom prst="ellipse">
            <a:avLst/>
          </a:prstGeom>
          <a:solidFill>
            <a:srgbClr val="2E5BD7"/>
          </a:solidFill>
          <a:ln/>
        </p:spPr>
      </p:sp>
      <p:sp>
        <p:nvSpPr>
          <p:cNvPr id="9" name="Text 7"/>
          <p:cNvSpPr/>
          <p:nvPr/>
        </p:nvSpPr>
        <p:spPr>
          <a:xfrm>
            <a:off x="5349240" y="210312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34840" y="3840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434840" y="42976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through client.py or Goose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961120" y="2103120"/>
            <a:ext cx="1554480" cy="1554480"/>
          </a:xfrm>
          <a:prstGeom prst="ellipse">
            <a:avLst/>
          </a:prstGeom>
          <a:solidFill>
            <a:srgbClr val="22262E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0" y="210312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046720" y="3840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terminal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046720" y="42976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tool actually being called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Nervous? The bar is: it runs once. That's a demo.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built  →  what professionals reach for.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them are YOUR loop, packaged differently. The architecture is identical.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383280" cy="1005840"/>
          </a:xfrm>
          <a:prstGeom prst="roundRect">
            <a:avLst>
              <a:gd name="adj" fmla="val 9091"/>
            </a:avLst>
          </a:prstGeom>
          <a:solidFill>
            <a:srgbClr val="F2F3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server.py + @mcp.tool()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97680" y="21945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0" y="196596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2226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9659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LlamaIndex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52360" y="19659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loop, retrieval-first — answers grounded in your documents (RAG + tools)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200400"/>
            <a:ext cx="3383280" cy="1005840"/>
          </a:xfrm>
          <a:prstGeom prst="roundRect">
            <a:avLst>
              <a:gd name="adj" fmla="val 9091"/>
            </a:avLst>
          </a:prstGeom>
          <a:solidFill>
            <a:srgbClr val="F2F3F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004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client.py TAO loop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3429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0" y="320040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2E5BD7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32004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52360" y="32004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loop as an explicit typed graph — retries, checkpoints, determinism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434840"/>
            <a:ext cx="3383280" cy="1005840"/>
          </a:xfrm>
          <a:prstGeom prst="roundRect">
            <a:avLst>
              <a:gd name="adj" fmla="val 9091"/>
            </a:avLst>
          </a:prstGeom>
          <a:solidFill>
            <a:srgbClr val="F2F3F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4348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client.py (all of it)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0" y="4663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5029200" y="443484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22262E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44348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52360" y="44348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loop, visual + low-code — 400+ connectors, no Python needed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Also: smolagents (today's demo) · AutoGen (multi-agent). Same loop, every time.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toolbox from here.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2834640" cy="731520"/>
          </a:xfrm>
          <a:prstGeom prst="roundRect">
            <a:avLst>
              <a:gd name="adj" fmla="val 11250"/>
            </a:avLst>
          </a:prstGeom>
          <a:solidFill>
            <a:srgbClr val="22262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Goose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931920" y="155448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desktop chat, connects to any MCP server — block.github.io/goose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487168"/>
            <a:ext cx="2834640" cy="731520"/>
          </a:xfrm>
          <a:prstGeom prst="roundRect">
            <a:avLst>
              <a:gd name="adj" fmla="val 11250"/>
            </a:avLst>
          </a:prstGeom>
          <a:solidFill>
            <a:srgbClr val="22262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8716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Desktop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31920" y="248716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Anthropic's app — connects via STDIO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419856"/>
            <a:ext cx="2834640" cy="731520"/>
          </a:xfrm>
          <a:prstGeom prst="roundRect">
            <a:avLst>
              <a:gd name="adj" fmla="val 11250"/>
            </a:avLst>
          </a:prstGeom>
          <a:solidFill>
            <a:srgbClr val="2E5BD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19856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Inspector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3419856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debugger:  npx @modelcontextprotocol/inspector python your_server.py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352544"/>
            <a:ext cx="2834640" cy="731520"/>
          </a:xfrm>
          <a:prstGeom prst="roundRect">
            <a:avLst>
              <a:gd name="adj" fmla="val 11250"/>
            </a:avLst>
          </a:prstGeom>
          <a:solidFill>
            <a:srgbClr val="22262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352544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mcpservers.org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31920" y="435254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~20,000 servers indexed — all the pattern you now know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5285232"/>
            <a:ext cx="2834640" cy="731520"/>
          </a:xfrm>
          <a:prstGeom prst="roundRect">
            <a:avLst>
              <a:gd name="adj" fmla="val 11250"/>
            </a:avLst>
          </a:prstGeom>
          <a:solidFill>
            <a:srgbClr val="2E5BD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28523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28 spec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31920" y="5285232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blog.modelcontextprotocol.io — stateless core, Tasks, MCP Apps. Your server keeps working.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know the whole machine now.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85800" y="2606040"/>
            <a:ext cx="2606040" cy="822960"/>
          </a:xfrm>
          <a:prstGeom prst="roundRect">
            <a:avLst>
              <a:gd name="adj" fmla="val 13333"/>
            </a:avLst>
          </a:prstGeom>
          <a:solidFill>
            <a:srgbClr val="F2F3F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6060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server with tools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0" y="2606040"/>
            <a:ext cx="2606040" cy="822960"/>
          </a:xfrm>
          <a:prstGeom prst="roundRect">
            <a:avLst>
              <a:gd name="adj" fmla="val 13333"/>
            </a:avLst>
          </a:prstGeom>
          <a:solidFill>
            <a:srgbClr val="22262E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0" y="26060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client that discovers them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2606040"/>
            <a:ext cx="2606040" cy="822960"/>
          </a:xfrm>
          <a:prstGeom prst="roundRect">
            <a:avLst>
              <a:gd name="adj" fmla="val 13333"/>
            </a:avLst>
          </a:prstGeom>
          <a:solidFill>
            <a:srgbClr val="F2F3F5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26060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that decides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052560" y="2606040"/>
            <a:ext cx="2606040" cy="822960"/>
          </a:xfrm>
          <a:prstGeom prst="roundRect">
            <a:avLst>
              <a:gd name="adj" fmla="val 13333"/>
            </a:avLst>
          </a:prstGeom>
          <a:solidFill>
            <a:srgbClr val="22262E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0" y="26060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loop that executes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840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assistant you use — ChatGPT with plugins, Claude with tools, Gemini with extensions —</a:t>
            </a:r>
            <a:endParaRPr lang="en-US" sz="17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running this same loop. You understand it from the inside.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thing between you and building something real: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5486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problem do you want to solve?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2026-07-21T18:07:07Z</dcterms:created>
  <dcterms:modified xsi:type="dcterms:W3CDTF">2026-07-21T18:07:07Z</dcterms:modified>
</cp:coreProperties>
</file>