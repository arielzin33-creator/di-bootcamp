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488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 LLM.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3291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the model decides. Your code executes.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108960" y="4297680"/>
            <a:ext cx="1005840" cy="100584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5" name="Shape 3"/>
          <p:cNvSpPr/>
          <p:nvPr/>
        </p:nvSpPr>
        <p:spPr>
          <a:xfrm>
            <a:off x="5586984" y="4297680"/>
            <a:ext cx="1005840" cy="100584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6" name="Shape 4"/>
          <p:cNvSpPr/>
          <p:nvPr/>
        </p:nvSpPr>
        <p:spPr>
          <a:xfrm>
            <a:off x="8074152" y="4297680"/>
            <a:ext cx="1005840" cy="1005840"/>
          </a:xfrm>
          <a:prstGeom prst="ellipse">
            <a:avLst/>
          </a:prstGeom>
          <a:solidFill>
            <a:srgbClr val="C9CDD6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what do you remember?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slides needed for the answers — you built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731520" cy="73152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8308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TWO things your server can do?
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read_file · get_weather — the tools you wrote.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731520" cy="73152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3200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change server.py and nothing changes. Why?
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must be restarted.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4572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decide which tool to call — the programmer or the LLM?
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it. 30 seconds. Then next slide.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which tool to call?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LLM. Always.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3749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entire architecture of Day 2.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194560" y="4754880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2423160" y="4754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—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cannot EXECUTE anything. It only names the tool and the arguments. Your code does the calling. Hold that thought.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4-step loop. (Watch step 4.)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almost everyone misses: the tool result goes BACK to the LLM.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1463040" cy="146304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920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898648" y="2560320"/>
            <a:ext cx="502920" cy="18288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can you do?” → server returns the tool list.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1463040" cy="146304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920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779008" y="2560320"/>
            <a:ext cx="502920" cy="18288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4069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the docstrings, names a tool + arguments.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40880" y="1920240"/>
            <a:ext cx="1463040" cy="146304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920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659368" y="2560320"/>
            <a:ext cx="502920" cy="18288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4069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calls session.call_tool(). The server runs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921240" y="1920240"/>
            <a:ext cx="1463040" cy="146304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1920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2688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0" y="4069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goes back to the LLM → it writes the final answer.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44068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loop is every AI agent. 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LangChain, LangGraph, smolagents — all this loop, packaged differently. In a moment, we write it ourselves.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has a name: TAO.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→ Action → Observation — repeat until done.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2286000" cy="155448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4069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question + tools,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what's next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56048" y="2377440"/>
            <a:ext cx="2286000" cy="155448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8" name="Text 6"/>
          <p:cNvSpPr/>
          <p:nvPr/>
        </p:nvSpPr>
        <p:spPr>
          <a:xfrm>
            <a:off x="4956048" y="23774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44568" y="4069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executes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call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97112" y="2377440"/>
            <a:ext cx="2286000" cy="1554480"/>
          </a:xfrm>
          <a:prstGeom prst="ellipse">
            <a:avLst/>
          </a:prstGeom>
          <a:solidFill>
            <a:srgbClr val="C9CDD6"/>
          </a:solidFill>
          <a:ln/>
        </p:spPr>
      </p:sp>
      <p:sp>
        <p:nvSpPr>
          <p:cNvPr id="11" name="Text 9"/>
          <p:cNvSpPr/>
          <p:nvPr/>
        </p:nvSpPr>
        <p:spPr>
          <a:xfrm>
            <a:off x="8897112" y="23774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85632" y="4069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comes back — done,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another tool?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36092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⟲  repeat until done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94560" y="5623560"/>
            <a:ext cx="7772400" cy="777240"/>
          </a:xfrm>
          <a:prstGeom prst="roundRect">
            <a:avLst>
              <a:gd name="adj" fmla="val 10588"/>
            </a:avLst>
          </a:prstGeom>
          <a:solidFill>
            <a:srgbClr val="F2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5623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client.py runs ONE cycle.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runs many — until it has enough to answer. That's tomorrow.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reasoning.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about to build the second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2F3F5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9456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(CoT)
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step-by-step — in text only.
</a:t>
            </a:r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“Step 1: 12 × 4 = 48. Step 2: …”
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logic, math, analysis.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63640" y="19202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219456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(Reason + Act)
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AND calls tools.
</a:t>
            </a:r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need weather → call get_weather → now answer.”
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anything needing live data or actions.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that reasons ……… an LLM that ACTS.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or acts? Same model — here's the tell.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two models. Check ONE thing to know which the model just did: tool_calls.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148840"/>
          </a:xfrm>
          <a:prstGeom prst="roundRect">
            <a:avLst>
              <a:gd name="adj" fmla="val 3830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 = response.choices[0].message.tool_calls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tool_calls: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 # REASONED — answered from its own memory, no tool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 # ACTED — named a tool + its arguments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16052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 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 is None
</a:t>
            </a:r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the capital of France?”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41605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416052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ACTED  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D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 is populated
</a:t>
            </a:r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“Weather in Tel Aviv right now?”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5623560"/>
            <a:ext cx="10543032" cy="777240"/>
          </a:xfrm>
          <a:prstGeom prst="roundRect">
            <a:avLst>
              <a:gd name="adj" fmla="val 10588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62356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every question.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reasons OR acts case by case — and your docstrings tip the decision.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can this model act at ALL?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Tool-calling isn't universal. Two checks before you trust a model with tools.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Ask Ollama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show mistral:7b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3246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“tools” in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list.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2F3F5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8745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E5BD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7452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Just test 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it a tool + a question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needs one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tool_calls comes back?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act.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434840"/>
            <a:ext cx="10085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is the tell you already hit. 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qwen3:0.6b REASONS fine but ACTS unreliably — tool-calling is the first ability to shrink with model size. Safe at ~3B+: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llama3.2 · qwen2.5/3 · mistral.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a “reasoning model” and an “acting model” are the same thing — a tool-capable model, with tools wired in.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theory.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315468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write the client.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steps — now in Python. Type them with 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 — predict first (60 seconds)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ask: “what's in my sales.csv?”  The LLM has a read_file tool.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card: write the STEPS that must happen between your question and the answer.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0515600" cy="2743200"/>
          </a:xfrm>
          <a:prstGeom prst="roundRect">
            <a:avLst>
              <a:gd name="adj" fmla="val 3000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83464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C9CD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____________________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C9CD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____________________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C9CD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____________________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C9CD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____________________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saw the 4 steps — now map them to the code we're about to write.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integration: three lines.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Python SDK, pointed at Ollama. The api_key is required by the library — Ollama ignores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3017520"/>
          </a:xfrm>
          <a:prstGeom prst="roundRect">
            <a:avLst>
              <a:gd name="adj" fmla="val 2727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 import ClientSession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mcp.client.streamable_http import streamablehttp_client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MCP_SERVER_URL = "http://127.0.0.1:8000/mcp/"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"llama3.2:3b"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OpenAI(base_url="http://localhost:11434/v1", api_key="ollama")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120640"/>
            <a:ext cx="10543032" cy="91440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512064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llama3.2:3b and not qwen3:0.6b? 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Tool-calling is one of the first abilities that shrinks with model size. 0.6b answers questions fine — but picks tools unreliably.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— why “OpenAI” for a local model?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OpenAI the company. It's OpenAI the API SHAPE — the one everyone copied.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37560" cy="2560320"/>
          </a:xfrm>
          <a:prstGeom prst="roundRect">
            <a:avLst>
              <a:gd name="adj" fmla="val 4286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3337560" cy="548640"/>
          </a:xfrm>
          <a:prstGeom prst="roundRect">
            <a:avLst>
              <a:gd name="adj" fmla="val 20000"/>
            </a:avLst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speaks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542032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exposes /v1/chat/completions. The standard SDK just works — point base_url at localhost, pass a dummy key. No account, no cost.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337560" cy="2560320"/>
          </a:xfrm>
          <a:prstGeom prst="roundRect">
            <a:avLst>
              <a:gd name="adj" fmla="val 4286"/>
            </a:avLst>
          </a:prstGeom>
          <a:solidFill>
            <a:srgbClr val="F2F3F5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828800"/>
            <a:ext cx="3337560" cy="548640"/>
          </a:xfrm>
          <a:prstGeom prst="roundRect">
            <a:avLst>
              <a:gd name="adj" fmla="val 20000"/>
            </a:avLst>
          </a:prstGeom>
          <a:solidFill>
            <a:srgbClr val="2E5BD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288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portable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542032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tools=[...], tool_choice, and response.tool_calls are the same contract at Groq, Together, vLLM, Mistral, DeepSeek. Learn it once.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337560" cy="2560320"/>
          </a:xfrm>
          <a:prstGeom prst="roundRect">
            <a:avLst>
              <a:gd name="adj" fmla="val 4286"/>
            </a:avLst>
          </a:prstGeom>
          <a:solidFill>
            <a:srgbClr val="F2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828800"/>
            <a:ext cx="3337560" cy="548640"/>
          </a:xfrm>
          <a:prstGeom prst="roundRect">
            <a:avLst>
              <a:gd name="adj" fmla="val 20000"/>
            </a:avLst>
          </a:prstGeom>
          <a:solidFill>
            <a:srgbClr val="22262E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8288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schema to teach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542032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framework (LangChain, smolagents…) hides this exact format inside. You're learning the lingua franca, not a vendor.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727448"/>
            <a:ext cx="100584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today …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OpenAI(base_url="http://localhost:11434/v1", api_key="ollama")     # Ollama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… cloud tomorrow — change THREE things, same loop: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OpenAI(base_url="https://api.groq.com/openai/v1", api_key=KEY)     # Groq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using OpenAI's models — using OpenAI's API shape, because everyone else adopted it too.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Discover.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server what it can do. No hard-coded endpoints, ever.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103120"/>
          </a:xfrm>
          <a:prstGeom prst="roundRect">
            <a:avLst>
              <a:gd name="adj" fmla="val 391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streamablehttp_client(MCP_SERVER_URL) as (r, w, _):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ClientSession(r, w) as session: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session.initialize()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tools_result = await session.list_tools()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print([t.name for t in tools_result.tools])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315968"/>
            <a:ext cx="1005840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client.py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['read_file', 'get_weather']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are YOUR tools from Day 1 — discovered, not imported.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dialects. One bridge.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and OpenAI describe tools with different JSON. The conversion is mostly renaming.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589520" cy="4297680"/>
          </a:xfrm>
          <a:prstGeom prst="roundRect">
            <a:avLst>
              <a:gd name="adj" fmla="val 1915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7132320" cy="407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to_openai_tool(mcp_tool) -&gt; dict: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"function",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"function": 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mcp_tool.name,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 mcp_tool.description or "",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"parameters": 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"type": "object",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"properties": mcp_tool.inputSchema.get("properties", {}),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"required":   mcp_tool.inputSchema.get("required", []),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182880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0" y="1828800"/>
            <a:ext cx="22219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inputSchema → parameters.
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80% of the bridge. Every framework you'll ever use has this function hidden inside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2+3 — the LLM decides. It does NOT execute.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what actually comes back: a decision in JSON. Not weather.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949440" cy="2834640"/>
          </a:xfrm>
          <a:prstGeom prst="roundRect">
            <a:avLst>
              <a:gd name="adj" fmla="val 290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649224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llm.chat.completions.create(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messages=messages,             # user: weather in Tel Aviv?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tools=openai_tools,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tool_choice="auto",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 = response.choices[0].message.tool_calls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0" y="182880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8275320" y="201168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returns:
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"get_weather"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args: {"city":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"Tel Aviv"}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F2F3F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02920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 both docstrings, chose one, provided the argument — and fetched NOTHING.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is our job.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Stop &amp; Parse.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LLM · execute the real tool · resume with truth.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103120"/>
          </a:xfrm>
          <a:prstGeom prst="roundRect">
            <a:avLst>
              <a:gd name="adj" fmla="val 391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tc in tool_calls: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 = json.loads(tc.function.arguments)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session.call_tool(tc.function.name, arguments=args)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result is fed back into messages →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the LLM synthesizes the final answer from REAL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06240"/>
            <a:ext cx="10085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let the LLM write the result itself? 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 will — happily, confidently, wrongly. An LLM asked to continue past a tool call invents a plausible observation. Stop &amp; Parse is the guardrail: the loop stops, real code runs, the true result re-enters the conversation.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the for-loop already handles multiple tool calls in one response.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watch the LLM's judgment.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code, three questions. The decision changes each time — because the docstrings drive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760720" cy="91440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the capital of France?”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2029968"/>
            <a:ext cx="4389120" cy="694944"/>
          </a:xfrm>
          <a:prstGeom prst="roundRect">
            <a:avLst>
              <a:gd name="adj" fmla="val 11842"/>
            </a:avLst>
          </a:prstGeom>
          <a:solidFill>
            <a:srgbClr val="C9CDD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2029968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call — it already knows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5760720" cy="91440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63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in the file notes.txt?”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3172968"/>
            <a:ext cx="4389120" cy="694944"/>
          </a:xfrm>
          <a:prstGeom prst="roundRect">
            <a:avLst>
              <a:gd name="adj" fmla="val 11842"/>
            </a:avLst>
          </a:prstGeom>
          <a:solidFill>
            <a:srgbClr val="22262E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3172968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read_file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5760720" cy="914400"/>
          </a:xfrm>
          <a:prstGeom prst="roundRect">
            <a:avLst>
              <a:gd name="adj" fmla="val 9000"/>
            </a:avLst>
          </a:prstGeom>
          <a:solidFill>
            <a:srgbClr val="F2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06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“Weather in Tel Aviv right now?”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4315968"/>
            <a:ext cx="4389120" cy="694944"/>
          </a:xfrm>
          <a:prstGeom prst="roundRect">
            <a:avLst>
              <a:gd name="adj" fmla="val 11842"/>
            </a:avLst>
          </a:prstGeom>
          <a:solidFill>
            <a:srgbClr val="2E5BD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4315968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get_weather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48640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486400"/>
            <a:ext cx="10085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the LLM's decision is exactly as good as the descriptions you write.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Docstrings are the steering wheel.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 — break it, trick it, chain it (20 min)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client.py with your own questions. Answer three things: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713232" cy="713232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LLM always call a tool?
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question where it answers directly.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713232" cy="713232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00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108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trick it into calling the WRONG tool?
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 — which words did the trick? (That's docstring engineering in reverse.)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343400"/>
            <a:ext cx="713232" cy="713232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43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4251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question needs BOTH tools?
</a:t>
            </a:r>
            <a:pPr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“what's in notes.txt, and what's the weather in Tel Aviv?”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80644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916168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refused → start the Day 1 server first   ·   model not found → ollama pull llama3.2:3b   ·   new tool missing → restart server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same loop, real database.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runs an MCP server in the cloud. We change the URL — nothing else.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233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266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neon_client.py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23360" y="234086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23408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streamablehttp_client · local URL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26680" y="234086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23408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· mcp.neon.tech (remote)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311810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181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26680" y="311810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31181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 header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23360" y="389534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38953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Python file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26680" y="389534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38953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Neon's cloud MCP 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4-step loop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023360" y="467258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22262E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46725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26680" y="467258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2E5BD7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46725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5486400"/>
            <a:ext cx="10515600" cy="1005840"/>
          </a:xfrm>
          <a:prstGeom prst="roundRect">
            <a:avLst>
              <a:gd name="adj" fmla="val 8182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596128"/>
            <a:ext cx="100584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neon_client.py "How many rows are in the users table?"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LLM chooses run_sql — docstrings written by the Neon team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rules of tool design.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5544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schemas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parameters the tool truly needs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5544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5544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docstrings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WHEN to use it, not just what it does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2F3F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71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strings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the LLM can read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9718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2F3F5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971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per tool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can chain calls itself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</a:t>
            </a:r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wrote the agent loop by hand — 50 lines, and you understand every one.
</a:t>
            </a:r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</a:t>
            </a:r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runs that loop for you, many cycles deep — and you build a server for a domain YOU care about.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2026-07-21T18:07:07Z</dcterms:created>
  <dcterms:modified xsi:type="dcterms:W3CDTF">2026-07-21T18:07:07Z</dcterms:modified>
</cp:coreProperties>
</file>