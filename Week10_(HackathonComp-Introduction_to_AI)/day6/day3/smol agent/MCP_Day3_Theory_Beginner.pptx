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&amp; Real Chats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putting the pieces together.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built a server and a client. Today we make a real assistant. Plain English — read along.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already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in. Here's the ground you're standing 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a SERVER.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Python file with abilities: tools (get_weather, read_file), a resource (today's notes), a prompt (summarize).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a CLIENT.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code that runs the 4-step loop and lets an AI decide which tool to use.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today.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We go from ONE tool call to a real, multi-step assistant that chats and remembers.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recap: the 4-step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engine from Day 2. Everything today sits on top of 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295"/>
              </a:lnSpc>
              <a:buSzPct val="100000"/>
              <a:buChar char="•"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DISCOVER</a:t>
            </a:r>
            <a:pPr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the client asks the server: “what can you do?”</a:t>
            </a:r>
            <a:pPr indent="0" marL="0">
              <a:lnSpc>
                <a:spcPts val="2295"/>
              </a:lnSpc>
              <a:spcAft>
                <a:spcPts val="1600"/>
              </a:spcAft>
              <a:buNone/>
            </a:pPr>
            <a:endParaRPr lang="en-US" sz="1700" dirty="0"/>
          </a:p>
          <a:p>
            <a:pPr marL="279400" indent="-279400">
              <a:lnSpc>
                <a:spcPts val="2295"/>
              </a:lnSpc>
              <a:buSzPct val="100000"/>
              <a:buChar char="•"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DECIDE</a:t>
            </a:r>
            <a:pPr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the AI picks a tool for the question.</a:t>
            </a:r>
            <a:pPr indent="0" marL="0">
              <a:lnSpc>
                <a:spcPts val="2295"/>
              </a:lnSpc>
              <a:spcAft>
                <a:spcPts val="1600"/>
              </a:spcAft>
              <a:buNone/>
            </a:pPr>
            <a:endParaRPr lang="en-US" sz="1700" dirty="0"/>
          </a:p>
          <a:p>
            <a:pPr marL="279400" indent="-279400">
              <a:lnSpc>
                <a:spcPts val="2295"/>
              </a:lnSpc>
              <a:buSzPct val="100000"/>
              <a:buChar char="•"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EXECUTE</a:t>
            </a:r>
            <a:pPr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YOUR code runs the tool and gets a real result.</a:t>
            </a:r>
            <a:pPr indent="0" marL="0">
              <a:lnSpc>
                <a:spcPts val="2295"/>
              </a:lnSpc>
              <a:spcAft>
                <a:spcPts val="1600"/>
              </a:spcAft>
              <a:buNone/>
            </a:pPr>
            <a:endParaRPr lang="en-US" sz="1700" dirty="0"/>
          </a:p>
          <a:p>
            <a:pPr marL="279400" indent="-279400">
              <a:lnSpc>
                <a:spcPts val="2295"/>
              </a:lnSpc>
              <a:buSzPct val="100000"/>
              <a:buChar char="•"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SYNTHESIZE</a:t>
            </a:r>
            <a:pPr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the AI turns that result into a plain answer.</a:t>
            </a:r>
            <a:pPr indent="0" marL="0">
              <a:lnSpc>
                <a:spcPts val="2295"/>
              </a:lnSpc>
              <a:spcAft>
                <a:spcPts val="1600"/>
              </a:spcAft>
              <a:buNone/>
            </a:pP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539496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39496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Day 2 this ran ONCE and stopped.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the AI gets to run it again and again until the job is done.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called ONE tool, then stopped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useful — but real questions often need several steps.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Day 2 client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asked the AI, it picked one tool, you ran it, done. One and done.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questions need a chain.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“What is France known for, and what's the weather in its capital?”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needs two tools in a row: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first look up France (find “Paris”), THEN get the weather for Paris.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502920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02920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has to use the first result to decide the second step.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One-and-done can't do that. We need a loop that keeps going.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“agent”?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 — you've already built the first two.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— Chatbot.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Reads your message, replies with text. (Plain ChatGPT.)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— Tool use.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Calls ONE tool, then replies. (Your Day 2 client.)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— Agent.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Calls tools in a row, and decides for itself when the task is done. (Today.)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512064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12064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just level 2, repeated.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 tool, read the result, decide the next move, repeat — until it has the full answer.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runs the loop?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whole difference between Day 2 and Day 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YOU ran it.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Your code called one tool, then stopped. You were in charge.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— the AI runs it.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It calls a tool, reads the result, decides the next step, and stops when done.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tools. Same model.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only change is who controls the loop: you, or the AI.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can run the loop for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wrote the loop by hand on Day 2. Now let a library do the boring part.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hand: about 50 lines.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Worth it — now you actually understand what happens.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framework: about 5 lines.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Tools like smolagents run the exact same loop for you.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SAME loop underneath.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LangChain, LangGraph, n8n — all the same idea, just packaged differently.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512064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12064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new is happening.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hides the plumbing — the discover / decide / execute / synthesize loop is identical.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things a server offers (still true)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chat uses all three at once. Remember who's in charge of each: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 →  the AI pulls them.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It decides when to call get_weather, read_file, run_sql…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 →  your app pushes them.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You read the data (today's notes) and drop it into the chat as context.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 →  the user picks them.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person chooses a ready-made instruction, like “summarize this file.”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512064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12064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TOOLS go through the AI's decision loop.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and prompts are placed into the chat on purpose — by you, or by the user.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chat “remembers”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no magic memory. It's just a growing list of messages.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 is a list of turns.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Each item is one message: system, user, assistant, or tool.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turn is added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the end of the list.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list is sent each time.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So the AI can “see” everything said so far — that IS the memory.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461772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EEF0F3"/>
          </a:solidFill>
          <a:ln w="9525">
            <a:solidFill>
              <a:srgbClr val="DDE0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4709160"/>
            <a:ext cx="104790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{system: "you are helpful..."},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{user: "what's the weather in Tel Aviv?"},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{assistant: "call get_weather"},   {tool: "28C"},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{user: "and what did I just ask?"}   &lt;- it can see the earlier turns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chat, MANY servers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 for today — and how Claude Desktop and Goose really work.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 can connect to several servers at once.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Your local one AND a cloud database, for example.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merges all their tools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into one list for the AI to choose from.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remembers who owns each tool.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When the AI picks one, the chat sends the call to the right server.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has no idea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tools live in different places — that's the point of a shared standard.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AI — and can it even call tools?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worth knowing before we run 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REASONS or it ACTS.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Sometimes it answers from memory; sometimes it asks for a tool. Check tool_calls to tell which.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model calls tools well.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Small models fumble; bigger/newer ones are steadier. That's a model choice, not a bug.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279400" indent="-279400">
              <a:lnSpc>
                <a:spcPts val="2430"/>
              </a:lnSpc>
              <a:buSzPct val="100000"/>
              <a:buChar char="•"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steer it with docstrings.</a:t>
            </a:r>
            <a:pPr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clear tool description tells the AI WHEN to use it. Docstrings are the steering wheel.</a:t>
            </a:r>
            <a:pPr indent="0" marL="0">
              <a:lnSpc>
                <a:spcPts val="2430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bumps (you'll hit these today)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mistakes in your thinking — this is what real tool integration feels like.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the server code? Restart it.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server reads its code once, at startup.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go in a .env file — never in code.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APP owns keys and passwords, never the AI.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models sometimes reply oddly.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They may write the tool call as plain text — real apps add a safety net.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tools have their own rules.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site may need a User-Agent, fresh certificates, or a clean search term. Normal friction.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goes: the agent frameworks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the loop by hand. These libraries run it for you — same loop, different packaging.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smolagents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the light one we used. Small, simple, great for learning.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the loop as a typed graph with memory, retries, checkpoints. Popular for production.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give each agent a role and let several collaborate. The most-downloaded one in 2026.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Agents SDK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the official path; easy if you already use the OpenAI API (you do).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  <a:p>
            <a:pPr marL="279400" indent="-279400">
              <a:lnSpc>
                <a:spcPts val="2228"/>
              </a:lnSpc>
              <a:buSzPct val="100000"/>
              <a:buChar char="•"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</a:t>
            </a:r>
            <a:pPr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same loop, but retrieval-first: answers grounded in your own documents (RAG).</a:t>
            </a:r>
            <a:pPr indent="0" marL="0">
              <a:lnSpc>
                <a:spcPts val="2228"/>
              </a:lnSpc>
              <a:spcAft>
                <a:spcPts val="1600"/>
              </a:spcAft>
              <a:buNone/>
            </a:pP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5806440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80644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out there: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AutoGen (multi-agent), PydanticAI (type-safe), n8n (no-code, visual).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1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names — same discover / decide / execute / synthesize loop you just built.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theory.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put it together.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 chat that uses tools, remembers, and even talks to two servers at once.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Day 3 · Theory   ·  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2026-07-23T06:16:44Z</dcterms:created>
  <dcterms:modified xsi:type="dcterms:W3CDTF">2026-07-23T06:16:44Z</dcterms:modified>
</cp:coreProperties>
</file>